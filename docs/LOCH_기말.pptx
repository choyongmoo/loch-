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15"/>
  </p:notesMasterIdLst>
  <p:sldIdLst>
    <p:sldId id="256" r:id="rId2"/>
    <p:sldId id="258" r:id="rId3"/>
    <p:sldId id="263" r:id="rId4"/>
    <p:sldId id="265" r:id="rId5"/>
    <p:sldId id="257" r:id="rId6"/>
    <p:sldId id="262" r:id="rId7"/>
    <p:sldId id="299" r:id="rId8"/>
    <p:sldId id="300" r:id="rId9"/>
    <p:sldId id="301" r:id="rId10"/>
    <p:sldId id="302" r:id="rId11"/>
    <p:sldId id="303" r:id="rId12"/>
    <p:sldId id="259" r:id="rId13"/>
    <p:sldId id="298" r:id="rId14"/>
  </p:sldIdLst>
  <p:sldSz cx="9144000" cy="5143500" type="screen16x9"/>
  <p:notesSz cx="6858000" cy="9144000"/>
  <p:embeddedFontLst>
    <p:embeddedFont>
      <p:font typeface="G마켓 산스 TTF Bold" panose="02000000000000000000" pitchFamily="2" charset="-127"/>
      <p:bold r:id="rId16"/>
    </p:embeddedFont>
    <p:embeddedFont>
      <p:font typeface="G마켓 산스 TTF Light" panose="02000000000000000000" pitchFamily="2" charset="-127"/>
      <p:regular r:id="rId17"/>
    </p:embeddedFont>
    <p:embeddedFont>
      <p:font typeface="G마켓 산스 TTF Medium" panose="02000000000000000000" pitchFamily="2" charset="-127"/>
      <p:regular r:id="rId18"/>
    </p:embeddedFont>
    <p:embeddedFont>
      <p:font typeface="Manrope" panose="020B0600000101010101" charset="0"/>
      <p:regular r:id="rId19"/>
      <p:bold r:id="rId20"/>
    </p:embeddedFont>
    <p:embeddedFont>
      <p:font typeface="Nunito Light" pitchFamily="2" charset="0"/>
      <p:regular r:id="rId21"/>
      <p:italic r:id="rId22"/>
    </p:embeddedFont>
    <p:embeddedFont>
      <p:font typeface="PT Sans" panose="020B0503020203020204" pitchFamily="34" charset="0"/>
      <p:regular r:id="rId23"/>
      <p:bold r:id="rId24"/>
      <p:italic r:id="rId25"/>
      <p:boldItalic r:id="rId26"/>
    </p:embeddedFont>
    <p:embeddedFont>
      <p:font typeface="Raleway" pitchFamily="2" charset="0"/>
      <p:regular r:id="rId27"/>
      <p:bold r:id="rId28"/>
      <p:italic r:id="rId29"/>
      <p:boldItalic r:id="rId30"/>
    </p:embeddedFont>
    <p:embeddedFont>
      <p:font typeface="Roboto" panose="02000000000000000000" pitchFamily="2" charset="0"/>
      <p:regular r:id="rId31"/>
      <p:bold r:id="rId32"/>
      <p:italic r:id="rId33"/>
      <p:boldItalic r:id="rId34"/>
    </p:embeddedFont>
    <p:embeddedFont>
      <p:font typeface="Roboto Light" panose="02000000000000000000" pitchFamily="2" charset="0"/>
      <p:regular r:id="rId35"/>
      <p: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D2EE"/>
    <a:srgbClr val="EAEAF7"/>
    <a:srgbClr val="5C98D1"/>
    <a:srgbClr val="5CBDD1"/>
    <a:srgbClr val="9F72D6"/>
    <a:srgbClr val="5C74D1"/>
    <a:srgbClr val="311BD1"/>
    <a:srgbClr val="6099DC"/>
    <a:srgbClr val="6098DC"/>
    <a:srgbClr val="5B6D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5019697-BF15-4C53-BD9A-943356397D5B}">
  <a:tblStyle styleId="{F5019697-BF15-4C53-BD9A-943356397D5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41E9FC8-FF61-4359-B2E9-2FB56C3B946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300" y="1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9" Type="http://schemas.openxmlformats.org/officeDocument/2006/relationships/theme" Target="theme/theme1.xml"/><Relationship Id="rId21" Type="http://schemas.openxmlformats.org/officeDocument/2006/relationships/font" Target="fonts/font6.fntdata"/><Relationship Id="rId34" Type="http://schemas.openxmlformats.org/officeDocument/2006/relationships/font" Target="fonts/font1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font" Target="fonts/font18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font" Target="fonts/font17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36" Type="http://schemas.openxmlformats.org/officeDocument/2006/relationships/font" Target="fonts/font21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font" Target="fonts/font20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4fdd1721c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24fdd1721c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184d99d1a72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184d99d1a72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54dda1946d_4_27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54dda1946d_4_27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>
          <a:extLst>
            <a:ext uri="{FF2B5EF4-FFF2-40B4-BE49-F238E27FC236}">
              <a16:creationId xmlns:a16="http://schemas.microsoft.com/office/drawing/2014/main" id="{45733AF2-08B4-BB3F-BAAD-EC1E95008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184d99d1a72_0_15:notes">
            <a:extLst>
              <a:ext uri="{FF2B5EF4-FFF2-40B4-BE49-F238E27FC236}">
                <a16:creationId xmlns:a16="http://schemas.microsoft.com/office/drawing/2014/main" id="{18F090F8-9FD4-47F0-D0CD-91AC53C65B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184d99d1a72_0_15:notes">
            <a:extLst>
              <a:ext uri="{FF2B5EF4-FFF2-40B4-BE49-F238E27FC236}">
                <a16:creationId xmlns:a16="http://schemas.microsoft.com/office/drawing/2014/main" id="{8F1D4CBD-4AC5-CA89-FEC6-E42E6F99B6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34616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>
          <a:extLst>
            <a:ext uri="{FF2B5EF4-FFF2-40B4-BE49-F238E27FC236}">
              <a16:creationId xmlns:a16="http://schemas.microsoft.com/office/drawing/2014/main" id="{DCE3CAB0-98FA-208B-C687-953985894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184d99d1a72_0_15:notes">
            <a:extLst>
              <a:ext uri="{FF2B5EF4-FFF2-40B4-BE49-F238E27FC236}">
                <a16:creationId xmlns:a16="http://schemas.microsoft.com/office/drawing/2014/main" id="{4C046106-28AC-AD30-8879-2386DC0D44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184d99d1a72_0_15:notes">
            <a:extLst>
              <a:ext uri="{FF2B5EF4-FFF2-40B4-BE49-F238E27FC236}">
                <a16:creationId xmlns:a16="http://schemas.microsoft.com/office/drawing/2014/main" id="{8D25DAE7-76B1-8C66-511F-F073CF47D9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49756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>
          <a:extLst>
            <a:ext uri="{FF2B5EF4-FFF2-40B4-BE49-F238E27FC236}">
              <a16:creationId xmlns:a16="http://schemas.microsoft.com/office/drawing/2014/main" id="{58766AC8-9FE1-1A5B-362F-EF9594535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4fdd1721c6_1_0:notes">
            <a:extLst>
              <a:ext uri="{FF2B5EF4-FFF2-40B4-BE49-F238E27FC236}">
                <a16:creationId xmlns:a16="http://schemas.microsoft.com/office/drawing/2014/main" id="{BD7F5931-5B23-A415-4284-06E60C67D9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24fdd1721c6_1_0:notes">
            <a:extLst>
              <a:ext uri="{FF2B5EF4-FFF2-40B4-BE49-F238E27FC236}">
                <a16:creationId xmlns:a16="http://schemas.microsoft.com/office/drawing/2014/main" id="{6F15BCA0-B65E-F4BB-A140-9A5D53F80F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49214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626150" y="1491750"/>
            <a:ext cx="4804500" cy="21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500" b="1"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018025" y="539500"/>
            <a:ext cx="20160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-4250"/>
            <a:ext cx="9143999" cy="3696713"/>
            <a:chOff x="0" y="-4250"/>
            <a:chExt cx="9143999" cy="3696713"/>
          </a:xfrm>
        </p:grpSpPr>
        <p:pic>
          <p:nvPicPr>
            <p:cNvPr id="12" name="Google Shape;12;p2"/>
            <p:cNvPicPr preferRelativeResize="0"/>
            <p:nvPr/>
          </p:nvPicPr>
          <p:blipFill rotWithShape="1">
            <a:blip r:embed="rId2">
              <a:alphaModFix/>
            </a:blip>
            <a:srcRect t="67791" b="15120"/>
            <a:stretch/>
          </p:blipFill>
          <p:spPr>
            <a:xfrm>
              <a:off x="5962100" y="-4250"/>
              <a:ext cx="3181899" cy="543750"/>
            </a:xfrm>
            <a:prstGeom prst="rect">
              <a:avLst/>
            </a:prstGeom>
            <a:noFill/>
            <a:ln>
              <a:noFill/>
            </a:ln>
            <a:effectLst>
              <a:outerShdw blurRad="285750" dist="133350" dir="8220000" algn="bl" rotWithShape="0">
                <a:schemeClr val="accent3"/>
              </a:outerShdw>
            </a:effectLst>
          </p:spPr>
        </p:pic>
        <p:pic>
          <p:nvPicPr>
            <p:cNvPr id="13" name="Google Shape;13;p2"/>
            <p:cNvPicPr preferRelativeResize="0"/>
            <p:nvPr/>
          </p:nvPicPr>
          <p:blipFill rotWithShape="1">
            <a:blip r:embed="rId3">
              <a:alphaModFix/>
            </a:blip>
            <a:srcRect l="67243" r="16176"/>
            <a:stretch/>
          </p:blipFill>
          <p:spPr>
            <a:xfrm>
              <a:off x="0" y="1603435"/>
              <a:ext cx="346351" cy="2089028"/>
            </a:xfrm>
            <a:prstGeom prst="rect">
              <a:avLst/>
            </a:prstGeom>
            <a:noFill/>
            <a:ln>
              <a:noFill/>
            </a:ln>
            <a:effectLst>
              <a:outerShdw blurRad="428625" dist="133350" dir="2460000" algn="bl" rotWithShape="0">
                <a:schemeClr val="accent3"/>
              </a:outerShdw>
            </a:effectLst>
          </p:spPr>
        </p:pic>
      </p:grpSp>
      <p:grpSp>
        <p:nvGrpSpPr>
          <p:cNvPr id="14" name="Google Shape;14;p2"/>
          <p:cNvGrpSpPr/>
          <p:nvPr/>
        </p:nvGrpSpPr>
        <p:grpSpPr>
          <a:xfrm>
            <a:off x="713225" y="539500"/>
            <a:ext cx="7739700" cy="4235350"/>
            <a:chOff x="713225" y="539500"/>
            <a:chExt cx="7739700" cy="4235350"/>
          </a:xfrm>
        </p:grpSpPr>
        <p:cxnSp>
          <p:nvCxnSpPr>
            <p:cNvPr id="15" name="Google Shape;15;p2"/>
            <p:cNvCxnSpPr/>
            <p:nvPr/>
          </p:nvCxnSpPr>
          <p:spPr>
            <a:xfrm>
              <a:off x="2445125" y="4774850"/>
              <a:ext cx="6007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16;p2"/>
            <p:cNvCxnSpPr/>
            <p:nvPr/>
          </p:nvCxnSpPr>
          <p:spPr>
            <a:xfrm rot="10800000">
              <a:off x="713225" y="539500"/>
              <a:ext cx="0" cy="577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713225" y="1150775"/>
            <a:ext cx="4145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subTitle" idx="1"/>
          </p:nvPr>
        </p:nvSpPr>
        <p:spPr>
          <a:xfrm>
            <a:off x="713225" y="1866025"/>
            <a:ext cx="41457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>
            <a:spLocks noGrp="1"/>
          </p:cNvSpPr>
          <p:nvPr>
            <p:ph type="pic" idx="2"/>
          </p:nvPr>
        </p:nvSpPr>
        <p:spPr>
          <a:xfrm>
            <a:off x="5643775" y="724200"/>
            <a:ext cx="2787000" cy="36951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48" name="Google Shape;48;p7"/>
          <p:cNvGrpSpPr/>
          <p:nvPr/>
        </p:nvGrpSpPr>
        <p:grpSpPr>
          <a:xfrm>
            <a:off x="0" y="-4250"/>
            <a:ext cx="9144001" cy="5147738"/>
            <a:chOff x="0" y="-4250"/>
            <a:chExt cx="9144001" cy="5147738"/>
          </a:xfrm>
        </p:grpSpPr>
        <p:pic>
          <p:nvPicPr>
            <p:cNvPr id="49" name="Google Shape;49;p7"/>
            <p:cNvPicPr preferRelativeResize="0"/>
            <p:nvPr/>
          </p:nvPicPr>
          <p:blipFill rotWithShape="1">
            <a:blip r:embed="rId2">
              <a:alphaModFix/>
            </a:blip>
            <a:srcRect t="1777" b="81134"/>
            <a:stretch/>
          </p:blipFill>
          <p:spPr>
            <a:xfrm>
              <a:off x="0" y="-4250"/>
              <a:ext cx="3181899" cy="543750"/>
            </a:xfrm>
            <a:prstGeom prst="rect">
              <a:avLst/>
            </a:prstGeom>
            <a:noFill/>
            <a:ln>
              <a:noFill/>
            </a:ln>
            <a:effectLst>
              <a:outerShdw blurRad="285750" dist="133350" dir="8220000" algn="bl" rotWithShape="0">
                <a:schemeClr val="accent3"/>
              </a:outerShdw>
            </a:effectLst>
          </p:spPr>
        </p:pic>
        <p:pic>
          <p:nvPicPr>
            <p:cNvPr id="50" name="Google Shape;50;p7"/>
            <p:cNvPicPr preferRelativeResize="0"/>
            <p:nvPr/>
          </p:nvPicPr>
          <p:blipFill rotWithShape="1">
            <a:blip r:embed="rId3">
              <a:alphaModFix/>
            </a:blip>
            <a:srcRect l="67243" r="16176"/>
            <a:stretch/>
          </p:blipFill>
          <p:spPr>
            <a:xfrm>
              <a:off x="8797650" y="3054460"/>
              <a:ext cx="346351" cy="2089028"/>
            </a:xfrm>
            <a:prstGeom prst="rect">
              <a:avLst/>
            </a:prstGeom>
            <a:noFill/>
            <a:ln>
              <a:noFill/>
            </a:ln>
            <a:effectLst>
              <a:outerShdw blurRad="428625" dist="133350" dir="2460000" algn="bl" rotWithShape="0">
                <a:schemeClr val="accent3"/>
              </a:outerShdw>
            </a:effectLst>
          </p:spPr>
        </p:pic>
      </p:grpSp>
      <p:cxnSp>
        <p:nvCxnSpPr>
          <p:cNvPr id="51" name="Google Shape;51;p7"/>
          <p:cNvCxnSpPr/>
          <p:nvPr/>
        </p:nvCxnSpPr>
        <p:spPr>
          <a:xfrm>
            <a:off x="712350" y="4774850"/>
            <a:ext cx="7719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54" name="Google Shape;54;p8"/>
          <p:cNvGrpSpPr/>
          <p:nvPr/>
        </p:nvGrpSpPr>
        <p:grpSpPr>
          <a:xfrm>
            <a:off x="0" y="-4250"/>
            <a:ext cx="9143999" cy="3696713"/>
            <a:chOff x="0" y="-4250"/>
            <a:chExt cx="9143999" cy="3696713"/>
          </a:xfrm>
        </p:grpSpPr>
        <p:pic>
          <p:nvPicPr>
            <p:cNvPr id="55" name="Google Shape;55;p8"/>
            <p:cNvPicPr preferRelativeResize="0"/>
            <p:nvPr/>
          </p:nvPicPr>
          <p:blipFill rotWithShape="1">
            <a:blip r:embed="rId2">
              <a:alphaModFix/>
            </a:blip>
            <a:srcRect t="67791" b="15120"/>
            <a:stretch/>
          </p:blipFill>
          <p:spPr>
            <a:xfrm>
              <a:off x="5962100" y="-4250"/>
              <a:ext cx="3181899" cy="543750"/>
            </a:xfrm>
            <a:prstGeom prst="rect">
              <a:avLst/>
            </a:prstGeom>
            <a:noFill/>
            <a:ln>
              <a:noFill/>
            </a:ln>
            <a:effectLst>
              <a:outerShdw blurRad="285750" dist="133350" dir="8220000" algn="bl" rotWithShape="0">
                <a:schemeClr val="accent3"/>
              </a:outerShdw>
            </a:effectLst>
          </p:spPr>
        </p:pic>
        <p:pic>
          <p:nvPicPr>
            <p:cNvPr id="56" name="Google Shape;56;p8"/>
            <p:cNvPicPr preferRelativeResize="0"/>
            <p:nvPr/>
          </p:nvPicPr>
          <p:blipFill rotWithShape="1">
            <a:blip r:embed="rId3">
              <a:alphaModFix/>
            </a:blip>
            <a:srcRect l="67243" r="16176"/>
            <a:stretch/>
          </p:blipFill>
          <p:spPr>
            <a:xfrm>
              <a:off x="0" y="1603435"/>
              <a:ext cx="346351" cy="2089028"/>
            </a:xfrm>
            <a:prstGeom prst="rect">
              <a:avLst/>
            </a:prstGeom>
            <a:noFill/>
            <a:ln>
              <a:noFill/>
            </a:ln>
            <a:effectLst>
              <a:outerShdw blurRad="428625" dist="133350" dir="2460000" algn="bl" rotWithShape="0">
                <a:schemeClr val="accent3"/>
              </a:outerShdw>
            </a:effectLst>
          </p:spPr>
        </p:pic>
      </p:grpSp>
      <p:grpSp>
        <p:nvGrpSpPr>
          <p:cNvPr id="57" name="Google Shape;57;p8"/>
          <p:cNvGrpSpPr/>
          <p:nvPr/>
        </p:nvGrpSpPr>
        <p:grpSpPr>
          <a:xfrm>
            <a:off x="713225" y="539500"/>
            <a:ext cx="7739700" cy="4235350"/>
            <a:chOff x="713225" y="539500"/>
            <a:chExt cx="7739700" cy="4235350"/>
          </a:xfrm>
        </p:grpSpPr>
        <p:cxnSp>
          <p:nvCxnSpPr>
            <p:cNvPr id="58" name="Google Shape;58;p8"/>
            <p:cNvCxnSpPr/>
            <p:nvPr/>
          </p:nvCxnSpPr>
          <p:spPr>
            <a:xfrm>
              <a:off x="2445125" y="4774850"/>
              <a:ext cx="6007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59;p8"/>
            <p:cNvCxnSpPr/>
            <p:nvPr/>
          </p:nvCxnSpPr>
          <p:spPr>
            <a:xfrm rot="10800000">
              <a:off x="713225" y="539500"/>
              <a:ext cx="0" cy="577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pic>
        <p:nvPicPr>
          <p:cNvPr id="63" name="Google Shape;63;p9"/>
          <p:cNvPicPr preferRelativeResize="0"/>
          <p:nvPr/>
        </p:nvPicPr>
        <p:blipFill rotWithShape="1">
          <a:blip r:embed="rId2">
            <a:alphaModFix/>
          </a:blip>
          <a:srcRect l="67244"/>
          <a:stretch/>
        </p:blipFill>
        <p:spPr>
          <a:xfrm>
            <a:off x="0" y="2136825"/>
            <a:ext cx="556251" cy="2089049"/>
          </a:xfrm>
          <a:prstGeom prst="rect">
            <a:avLst/>
          </a:prstGeom>
          <a:noFill/>
          <a:ln>
            <a:noFill/>
          </a:ln>
          <a:effectLst>
            <a:outerShdw blurRad="428625" dist="133350" dir="2460000" algn="bl" rotWithShape="0">
              <a:schemeClr val="accent3"/>
            </a:outerShdw>
          </a:effectLst>
        </p:spPr>
      </p:pic>
      <p:grpSp>
        <p:nvGrpSpPr>
          <p:cNvPr id="64" name="Google Shape;64;p9"/>
          <p:cNvGrpSpPr/>
          <p:nvPr/>
        </p:nvGrpSpPr>
        <p:grpSpPr>
          <a:xfrm>
            <a:off x="713225" y="539500"/>
            <a:ext cx="7739700" cy="4235350"/>
            <a:chOff x="713225" y="539500"/>
            <a:chExt cx="7739700" cy="4235350"/>
          </a:xfrm>
        </p:grpSpPr>
        <p:cxnSp>
          <p:nvCxnSpPr>
            <p:cNvPr id="65" name="Google Shape;65;p9"/>
            <p:cNvCxnSpPr/>
            <p:nvPr/>
          </p:nvCxnSpPr>
          <p:spPr>
            <a:xfrm>
              <a:off x="2445125" y="4774850"/>
              <a:ext cx="6007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9"/>
            <p:cNvCxnSpPr/>
            <p:nvPr/>
          </p:nvCxnSpPr>
          <p:spPr>
            <a:xfrm rot="10800000">
              <a:off x="713225" y="539500"/>
              <a:ext cx="0" cy="577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title" idx="2" hasCustomPrompt="1"/>
          </p:nvPr>
        </p:nvSpPr>
        <p:spPr>
          <a:xfrm>
            <a:off x="796200" y="158437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9" name="Google Shape;79;p13"/>
          <p:cNvSpPr txBox="1">
            <a:spLocks noGrp="1"/>
          </p:cNvSpPr>
          <p:nvPr>
            <p:ph type="title" idx="3" hasCustomPrompt="1"/>
          </p:nvPr>
        </p:nvSpPr>
        <p:spPr>
          <a:xfrm>
            <a:off x="796200" y="3094002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0" name="Google Shape;80;p13"/>
          <p:cNvSpPr txBox="1">
            <a:spLocks noGrp="1"/>
          </p:cNvSpPr>
          <p:nvPr>
            <p:ph type="title" idx="4" hasCustomPrompt="1"/>
          </p:nvPr>
        </p:nvSpPr>
        <p:spPr>
          <a:xfrm>
            <a:off x="3439738" y="158437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1" name="Google Shape;81;p13"/>
          <p:cNvSpPr txBox="1">
            <a:spLocks noGrp="1"/>
          </p:cNvSpPr>
          <p:nvPr>
            <p:ph type="title" idx="5" hasCustomPrompt="1"/>
          </p:nvPr>
        </p:nvSpPr>
        <p:spPr>
          <a:xfrm>
            <a:off x="3439738" y="3094002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2" name="Google Shape;82;p13"/>
          <p:cNvSpPr txBox="1">
            <a:spLocks noGrp="1"/>
          </p:cNvSpPr>
          <p:nvPr>
            <p:ph type="title" idx="6" hasCustomPrompt="1"/>
          </p:nvPr>
        </p:nvSpPr>
        <p:spPr>
          <a:xfrm>
            <a:off x="6083275" y="158437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3" name="Google Shape;83;p13"/>
          <p:cNvSpPr txBox="1">
            <a:spLocks noGrp="1"/>
          </p:cNvSpPr>
          <p:nvPr>
            <p:ph type="title" idx="7" hasCustomPrompt="1"/>
          </p:nvPr>
        </p:nvSpPr>
        <p:spPr>
          <a:xfrm>
            <a:off x="6083275" y="3094002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>
            <a:spLocks noGrp="1"/>
          </p:cNvSpPr>
          <p:nvPr>
            <p:ph type="subTitle" idx="1"/>
          </p:nvPr>
        </p:nvSpPr>
        <p:spPr>
          <a:xfrm>
            <a:off x="796200" y="2064875"/>
            <a:ext cx="2347500" cy="44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8"/>
          </p:nvPr>
        </p:nvSpPr>
        <p:spPr>
          <a:xfrm>
            <a:off x="3439738" y="2064875"/>
            <a:ext cx="2347500" cy="44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9"/>
          </p:nvPr>
        </p:nvSpPr>
        <p:spPr>
          <a:xfrm>
            <a:off x="6083275" y="2064875"/>
            <a:ext cx="2347500" cy="44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13"/>
          </p:nvPr>
        </p:nvSpPr>
        <p:spPr>
          <a:xfrm>
            <a:off x="796200" y="3574550"/>
            <a:ext cx="2347500" cy="44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4"/>
          </p:nvPr>
        </p:nvSpPr>
        <p:spPr>
          <a:xfrm>
            <a:off x="3439738" y="3574550"/>
            <a:ext cx="2347500" cy="44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5"/>
          </p:nvPr>
        </p:nvSpPr>
        <p:spPr>
          <a:xfrm>
            <a:off x="6083275" y="3574550"/>
            <a:ext cx="2347500" cy="44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90" name="Google Shape;90;p13"/>
          <p:cNvGrpSpPr/>
          <p:nvPr/>
        </p:nvGrpSpPr>
        <p:grpSpPr>
          <a:xfrm>
            <a:off x="0" y="0"/>
            <a:ext cx="9150050" cy="4122174"/>
            <a:chOff x="0" y="0"/>
            <a:chExt cx="9150050" cy="4122174"/>
          </a:xfrm>
        </p:grpSpPr>
        <p:pic>
          <p:nvPicPr>
            <p:cNvPr id="91" name="Google Shape;91;p13"/>
            <p:cNvPicPr preferRelativeResize="0"/>
            <p:nvPr/>
          </p:nvPicPr>
          <p:blipFill rotWithShape="1">
            <a:blip r:embed="rId2">
              <a:alphaModFix/>
            </a:blip>
            <a:srcRect l="62264" r="26819"/>
            <a:stretch/>
          </p:blipFill>
          <p:spPr>
            <a:xfrm flipH="1">
              <a:off x="0" y="1542875"/>
              <a:ext cx="281551" cy="2579299"/>
            </a:xfrm>
            <a:prstGeom prst="rect">
              <a:avLst/>
            </a:prstGeom>
            <a:noFill/>
            <a:ln>
              <a:noFill/>
            </a:ln>
            <a:effectLst>
              <a:outerShdw blurRad="285750" dist="133350" dir="2460000" algn="bl" rotWithShape="0">
                <a:schemeClr val="accent3"/>
              </a:outerShdw>
            </a:effectLst>
          </p:spPr>
        </p:pic>
        <p:pic>
          <p:nvPicPr>
            <p:cNvPr id="92" name="Google Shape;92;p13"/>
            <p:cNvPicPr preferRelativeResize="0"/>
            <p:nvPr/>
          </p:nvPicPr>
          <p:blipFill rotWithShape="1">
            <a:blip r:embed="rId2">
              <a:alphaModFix/>
            </a:blip>
            <a:srcRect t="15289" b="58439"/>
            <a:stretch/>
          </p:blipFill>
          <p:spPr>
            <a:xfrm flipH="1">
              <a:off x="7737475" y="0"/>
              <a:ext cx="1412575" cy="371099"/>
            </a:xfrm>
            <a:prstGeom prst="rect">
              <a:avLst/>
            </a:prstGeom>
            <a:noFill/>
            <a:ln>
              <a:noFill/>
            </a:ln>
            <a:effectLst>
              <a:outerShdw blurRad="285750" dist="133350" dir="8220000" algn="bl" rotWithShape="0">
                <a:schemeClr val="accent3"/>
              </a:outerShdw>
            </a:effectLst>
          </p:spPr>
        </p:pic>
      </p:grpSp>
      <p:cxnSp>
        <p:nvCxnSpPr>
          <p:cNvPr id="93" name="Google Shape;93;p13"/>
          <p:cNvCxnSpPr/>
          <p:nvPr/>
        </p:nvCxnSpPr>
        <p:spPr>
          <a:xfrm>
            <a:off x="712350" y="4774850"/>
            <a:ext cx="7719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4"/>
          <p:cNvSpPr txBox="1">
            <a:spLocks noGrp="1"/>
          </p:cNvSpPr>
          <p:nvPr>
            <p:ph type="subTitle" idx="1"/>
          </p:nvPr>
        </p:nvSpPr>
        <p:spPr>
          <a:xfrm>
            <a:off x="3578700" y="1564300"/>
            <a:ext cx="4845300" cy="7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subTitle" idx="2"/>
          </p:nvPr>
        </p:nvSpPr>
        <p:spPr>
          <a:xfrm>
            <a:off x="3578700" y="2535350"/>
            <a:ext cx="4845300" cy="7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4"/>
          <p:cNvSpPr txBox="1">
            <a:spLocks noGrp="1"/>
          </p:cNvSpPr>
          <p:nvPr>
            <p:ph type="subTitle" idx="3"/>
          </p:nvPr>
        </p:nvSpPr>
        <p:spPr>
          <a:xfrm>
            <a:off x="3578700" y="3506400"/>
            <a:ext cx="4845300" cy="7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subTitle" idx="4"/>
          </p:nvPr>
        </p:nvSpPr>
        <p:spPr>
          <a:xfrm>
            <a:off x="1846625" y="1564300"/>
            <a:ext cx="1667100" cy="72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subTitle" idx="5"/>
          </p:nvPr>
        </p:nvSpPr>
        <p:spPr>
          <a:xfrm>
            <a:off x="1846625" y="2535350"/>
            <a:ext cx="1667100" cy="72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01" name="Google Shape;101;p14"/>
          <p:cNvSpPr txBox="1">
            <a:spLocks noGrp="1"/>
          </p:cNvSpPr>
          <p:nvPr>
            <p:ph type="subTitle" idx="6"/>
          </p:nvPr>
        </p:nvSpPr>
        <p:spPr>
          <a:xfrm>
            <a:off x="1846625" y="3506400"/>
            <a:ext cx="1667100" cy="72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102" name="Google Shape;102;p14"/>
          <p:cNvGrpSpPr/>
          <p:nvPr/>
        </p:nvGrpSpPr>
        <p:grpSpPr>
          <a:xfrm>
            <a:off x="0" y="-4250"/>
            <a:ext cx="9143999" cy="3696713"/>
            <a:chOff x="0" y="-4250"/>
            <a:chExt cx="9143999" cy="3696713"/>
          </a:xfrm>
        </p:grpSpPr>
        <p:pic>
          <p:nvPicPr>
            <p:cNvPr id="103" name="Google Shape;103;p14"/>
            <p:cNvPicPr preferRelativeResize="0"/>
            <p:nvPr/>
          </p:nvPicPr>
          <p:blipFill rotWithShape="1">
            <a:blip r:embed="rId2">
              <a:alphaModFix/>
            </a:blip>
            <a:srcRect t="67791" b="15120"/>
            <a:stretch/>
          </p:blipFill>
          <p:spPr>
            <a:xfrm>
              <a:off x="5962100" y="-4250"/>
              <a:ext cx="3181899" cy="543750"/>
            </a:xfrm>
            <a:prstGeom prst="rect">
              <a:avLst/>
            </a:prstGeom>
            <a:noFill/>
            <a:ln>
              <a:noFill/>
            </a:ln>
            <a:effectLst>
              <a:outerShdw blurRad="285750" dist="133350" dir="8220000" algn="bl" rotWithShape="0">
                <a:schemeClr val="accent3"/>
              </a:outerShdw>
            </a:effectLst>
          </p:spPr>
        </p:pic>
        <p:pic>
          <p:nvPicPr>
            <p:cNvPr id="104" name="Google Shape;104;p14"/>
            <p:cNvPicPr preferRelativeResize="0"/>
            <p:nvPr/>
          </p:nvPicPr>
          <p:blipFill rotWithShape="1">
            <a:blip r:embed="rId3">
              <a:alphaModFix/>
            </a:blip>
            <a:srcRect l="67243" r="16176"/>
            <a:stretch/>
          </p:blipFill>
          <p:spPr>
            <a:xfrm>
              <a:off x="0" y="1603435"/>
              <a:ext cx="346351" cy="2089028"/>
            </a:xfrm>
            <a:prstGeom prst="rect">
              <a:avLst/>
            </a:prstGeom>
            <a:noFill/>
            <a:ln>
              <a:noFill/>
            </a:ln>
            <a:effectLst>
              <a:outerShdw blurRad="428625" dist="133350" dir="2460000" algn="bl" rotWithShape="0">
                <a:schemeClr val="accent3"/>
              </a:outerShdw>
            </a:effectLst>
          </p:spPr>
        </p:pic>
      </p:grpSp>
      <p:cxnSp>
        <p:nvCxnSpPr>
          <p:cNvPr id="105" name="Google Shape;105;p14"/>
          <p:cNvCxnSpPr/>
          <p:nvPr/>
        </p:nvCxnSpPr>
        <p:spPr>
          <a:xfrm>
            <a:off x="712350" y="4774850"/>
            <a:ext cx="7719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5"/>
          <p:cNvSpPr txBox="1">
            <a:spLocks noGrp="1"/>
          </p:cNvSpPr>
          <p:nvPr>
            <p:ph type="subTitle" idx="1"/>
          </p:nvPr>
        </p:nvSpPr>
        <p:spPr>
          <a:xfrm>
            <a:off x="1550624" y="1748900"/>
            <a:ext cx="2736000" cy="10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5"/>
          <p:cNvSpPr txBox="1">
            <a:spLocks noGrp="1"/>
          </p:cNvSpPr>
          <p:nvPr>
            <p:ph type="subTitle" idx="2"/>
          </p:nvPr>
        </p:nvSpPr>
        <p:spPr>
          <a:xfrm>
            <a:off x="5667945" y="1748900"/>
            <a:ext cx="2736000" cy="10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5"/>
          <p:cNvSpPr txBox="1">
            <a:spLocks noGrp="1"/>
          </p:cNvSpPr>
          <p:nvPr>
            <p:ph type="subTitle" idx="3"/>
          </p:nvPr>
        </p:nvSpPr>
        <p:spPr>
          <a:xfrm>
            <a:off x="1550624" y="3412900"/>
            <a:ext cx="2736000" cy="10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5"/>
          <p:cNvSpPr txBox="1">
            <a:spLocks noGrp="1"/>
          </p:cNvSpPr>
          <p:nvPr>
            <p:ph type="subTitle" idx="4"/>
          </p:nvPr>
        </p:nvSpPr>
        <p:spPr>
          <a:xfrm>
            <a:off x="5667945" y="3412900"/>
            <a:ext cx="2736000" cy="10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5"/>
          <p:cNvSpPr txBox="1">
            <a:spLocks noGrp="1"/>
          </p:cNvSpPr>
          <p:nvPr>
            <p:ph type="subTitle" idx="5"/>
          </p:nvPr>
        </p:nvSpPr>
        <p:spPr>
          <a:xfrm>
            <a:off x="1550625" y="1457450"/>
            <a:ext cx="2736000" cy="37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3" name="Google Shape;113;p15"/>
          <p:cNvSpPr txBox="1">
            <a:spLocks noGrp="1"/>
          </p:cNvSpPr>
          <p:nvPr>
            <p:ph type="subTitle" idx="6"/>
          </p:nvPr>
        </p:nvSpPr>
        <p:spPr>
          <a:xfrm>
            <a:off x="1550625" y="3121425"/>
            <a:ext cx="2736000" cy="37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4" name="Google Shape;114;p15"/>
          <p:cNvSpPr txBox="1">
            <a:spLocks noGrp="1"/>
          </p:cNvSpPr>
          <p:nvPr>
            <p:ph type="subTitle" idx="7"/>
          </p:nvPr>
        </p:nvSpPr>
        <p:spPr>
          <a:xfrm>
            <a:off x="5667914" y="1457450"/>
            <a:ext cx="2736000" cy="37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subTitle" idx="8"/>
          </p:nvPr>
        </p:nvSpPr>
        <p:spPr>
          <a:xfrm>
            <a:off x="5667914" y="3121425"/>
            <a:ext cx="2736000" cy="37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116" name="Google Shape;116;p15"/>
          <p:cNvGrpSpPr/>
          <p:nvPr/>
        </p:nvGrpSpPr>
        <p:grpSpPr>
          <a:xfrm>
            <a:off x="0" y="0"/>
            <a:ext cx="9144001" cy="3923299"/>
            <a:chOff x="0" y="0"/>
            <a:chExt cx="9144001" cy="3923299"/>
          </a:xfrm>
        </p:grpSpPr>
        <p:pic>
          <p:nvPicPr>
            <p:cNvPr id="117" name="Google Shape;117;p15"/>
            <p:cNvPicPr preferRelativeResize="0"/>
            <p:nvPr/>
          </p:nvPicPr>
          <p:blipFill rotWithShape="1">
            <a:blip r:embed="rId2">
              <a:alphaModFix/>
            </a:blip>
            <a:srcRect r="65965" b="6576"/>
            <a:stretch/>
          </p:blipFill>
          <p:spPr>
            <a:xfrm>
              <a:off x="8797650" y="1834250"/>
              <a:ext cx="346351" cy="2089049"/>
            </a:xfrm>
            <a:prstGeom prst="rect">
              <a:avLst/>
            </a:prstGeom>
            <a:noFill/>
            <a:ln>
              <a:noFill/>
            </a:ln>
            <a:effectLst>
              <a:outerShdw blurRad="285750" dist="133350" dir="8220000" algn="bl" rotWithShape="0">
                <a:schemeClr val="accent3"/>
              </a:outerShdw>
            </a:effectLst>
          </p:spPr>
        </p:pic>
        <p:pic>
          <p:nvPicPr>
            <p:cNvPr id="118" name="Google Shape;118;p15"/>
            <p:cNvPicPr preferRelativeResize="0"/>
            <p:nvPr/>
          </p:nvPicPr>
          <p:blipFill rotWithShape="1">
            <a:blip r:embed="rId3">
              <a:alphaModFix/>
            </a:blip>
            <a:srcRect t="51423" b="26280"/>
            <a:stretch/>
          </p:blipFill>
          <p:spPr>
            <a:xfrm>
              <a:off x="0" y="0"/>
              <a:ext cx="3181899" cy="375300"/>
            </a:xfrm>
            <a:prstGeom prst="rect">
              <a:avLst/>
            </a:prstGeom>
            <a:noFill/>
            <a:ln>
              <a:noFill/>
            </a:ln>
            <a:effectLst>
              <a:outerShdw blurRad="428625" dist="133350" dir="2460000" algn="bl" rotWithShape="0">
                <a:schemeClr val="accent3"/>
              </a:outerShdw>
            </a:effectLst>
          </p:spPr>
        </p:pic>
      </p:grpSp>
      <p:cxnSp>
        <p:nvCxnSpPr>
          <p:cNvPr id="119" name="Google Shape;119;p15"/>
          <p:cNvCxnSpPr/>
          <p:nvPr/>
        </p:nvCxnSpPr>
        <p:spPr>
          <a:xfrm>
            <a:off x="712350" y="4774850"/>
            <a:ext cx="7719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8"/>
          <p:cNvSpPr txBox="1">
            <a:spLocks noGrp="1"/>
          </p:cNvSpPr>
          <p:nvPr>
            <p:ph type="title" hasCustomPrompt="1"/>
          </p:nvPr>
        </p:nvSpPr>
        <p:spPr>
          <a:xfrm>
            <a:off x="5004849" y="2024400"/>
            <a:ext cx="31890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5" name="Google Shape;145;p18"/>
          <p:cNvSpPr txBox="1">
            <a:spLocks noGrp="1"/>
          </p:cNvSpPr>
          <p:nvPr>
            <p:ph type="subTitle" idx="1"/>
          </p:nvPr>
        </p:nvSpPr>
        <p:spPr>
          <a:xfrm>
            <a:off x="5004849" y="2646798"/>
            <a:ext cx="3189000" cy="3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46" name="Google Shape;146;p18"/>
          <p:cNvSpPr txBox="1">
            <a:spLocks noGrp="1"/>
          </p:cNvSpPr>
          <p:nvPr>
            <p:ph type="title" idx="2" hasCustomPrompt="1"/>
          </p:nvPr>
        </p:nvSpPr>
        <p:spPr>
          <a:xfrm>
            <a:off x="5004849" y="768050"/>
            <a:ext cx="31890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7" name="Google Shape;147;p18"/>
          <p:cNvSpPr txBox="1">
            <a:spLocks noGrp="1"/>
          </p:cNvSpPr>
          <p:nvPr>
            <p:ph type="subTitle" idx="3"/>
          </p:nvPr>
        </p:nvSpPr>
        <p:spPr>
          <a:xfrm>
            <a:off x="5004849" y="1390597"/>
            <a:ext cx="3189000" cy="3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48" name="Google Shape;148;p18"/>
          <p:cNvSpPr txBox="1">
            <a:spLocks noGrp="1"/>
          </p:cNvSpPr>
          <p:nvPr>
            <p:ph type="title" idx="4" hasCustomPrompt="1"/>
          </p:nvPr>
        </p:nvSpPr>
        <p:spPr>
          <a:xfrm>
            <a:off x="5004849" y="3280750"/>
            <a:ext cx="31890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9" name="Google Shape;149;p18"/>
          <p:cNvSpPr txBox="1">
            <a:spLocks noGrp="1"/>
          </p:cNvSpPr>
          <p:nvPr>
            <p:ph type="subTitle" idx="5"/>
          </p:nvPr>
        </p:nvSpPr>
        <p:spPr>
          <a:xfrm>
            <a:off x="5004849" y="3903000"/>
            <a:ext cx="3189000" cy="3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50" name="Google Shape;150;p18"/>
          <p:cNvSpPr>
            <a:spLocks noGrp="1"/>
          </p:cNvSpPr>
          <p:nvPr>
            <p:ph type="pic" idx="6"/>
          </p:nvPr>
        </p:nvSpPr>
        <p:spPr>
          <a:xfrm>
            <a:off x="1151725" y="768075"/>
            <a:ext cx="2681700" cy="3455100"/>
          </a:xfrm>
          <a:prstGeom prst="rect">
            <a:avLst/>
          </a:prstGeom>
          <a:noFill/>
          <a:ln>
            <a:noFill/>
          </a:ln>
        </p:spPr>
      </p:sp>
      <p:pic>
        <p:nvPicPr>
          <p:cNvPr id="151" name="Google Shape;151;p18"/>
          <p:cNvPicPr preferRelativeResize="0"/>
          <p:nvPr/>
        </p:nvPicPr>
        <p:blipFill rotWithShape="1">
          <a:blip r:embed="rId2">
            <a:alphaModFix/>
          </a:blip>
          <a:srcRect t="79394" b="3516"/>
          <a:stretch/>
        </p:blipFill>
        <p:spPr>
          <a:xfrm>
            <a:off x="7438574" y="0"/>
            <a:ext cx="1705425" cy="370324"/>
          </a:xfrm>
          <a:prstGeom prst="rect">
            <a:avLst/>
          </a:prstGeom>
          <a:noFill/>
          <a:ln>
            <a:noFill/>
          </a:ln>
          <a:effectLst>
            <a:outerShdw blurRad="285750" dist="133350" dir="8220000" algn="bl" rotWithShape="0">
              <a:schemeClr val="accent3"/>
            </a:outerShdw>
          </a:effectLst>
        </p:spPr>
      </p:pic>
      <p:cxnSp>
        <p:nvCxnSpPr>
          <p:cNvPr id="152" name="Google Shape;152;p18"/>
          <p:cNvCxnSpPr/>
          <p:nvPr/>
        </p:nvCxnSpPr>
        <p:spPr>
          <a:xfrm>
            <a:off x="712350" y="4774850"/>
            <a:ext cx="7719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155" name="Google Shape;155;p19"/>
          <p:cNvCxnSpPr/>
          <p:nvPr/>
        </p:nvCxnSpPr>
        <p:spPr>
          <a:xfrm>
            <a:off x="712350" y="4774850"/>
            <a:ext cx="7719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56" name="Google Shape;156;p19"/>
          <p:cNvGrpSpPr/>
          <p:nvPr/>
        </p:nvGrpSpPr>
        <p:grpSpPr>
          <a:xfrm>
            <a:off x="0" y="0"/>
            <a:ext cx="9144000" cy="3936375"/>
            <a:chOff x="0" y="0"/>
            <a:chExt cx="9144000" cy="3936375"/>
          </a:xfrm>
        </p:grpSpPr>
        <p:pic>
          <p:nvPicPr>
            <p:cNvPr id="157" name="Google Shape;157;p19"/>
            <p:cNvPicPr preferRelativeResize="0"/>
            <p:nvPr/>
          </p:nvPicPr>
          <p:blipFill rotWithShape="1">
            <a:blip r:embed="rId2">
              <a:alphaModFix/>
            </a:blip>
            <a:srcRect t="71979" b="18930"/>
            <a:stretch/>
          </p:blipFill>
          <p:spPr>
            <a:xfrm flipH="1">
              <a:off x="0" y="0"/>
              <a:ext cx="2585350" cy="235024"/>
            </a:xfrm>
            <a:prstGeom prst="rect">
              <a:avLst/>
            </a:prstGeom>
            <a:noFill/>
            <a:ln>
              <a:noFill/>
            </a:ln>
            <a:effectLst>
              <a:outerShdw blurRad="285750" dist="133350" dir="2460000" algn="bl" rotWithShape="0">
                <a:schemeClr val="accent3"/>
              </a:outerShdw>
            </a:effectLst>
          </p:spPr>
        </p:pic>
        <p:pic>
          <p:nvPicPr>
            <p:cNvPr id="158" name="Google Shape;158;p19"/>
            <p:cNvPicPr preferRelativeResize="0"/>
            <p:nvPr/>
          </p:nvPicPr>
          <p:blipFill rotWithShape="1">
            <a:blip r:embed="rId2">
              <a:alphaModFix/>
            </a:blip>
            <a:srcRect l="85658" r="1361"/>
            <a:stretch/>
          </p:blipFill>
          <p:spPr>
            <a:xfrm>
              <a:off x="8862450" y="1767225"/>
              <a:ext cx="281551" cy="2169150"/>
            </a:xfrm>
            <a:prstGeom prst="rect">
              <a:avLst/>
            </a:prstGeom>
            <a:noFill/>
            <a:ln>
              <a:noFill/>
            </a:ln>
            <a:effectLst>
              <a:outerShdw blurRad="285750" dist="133350" dir="8220000" algn="bl" rotWithShape="0">
                <a:schemeClr val="accent3"/>
              </a:outerShdw>
            </a:effectLst>
          </p:spPr>
        </p:pic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28"/>
          <p:cNvGrpSpPr/>
          <p:nvPr/>
        </p:nvGrpSpPr>
        <p:grpSpPr>
          <a:xfrm>
            <a:off x="0" y="-4250"/>
            <a:ext cx="9143999" cy="3696713"/>
            <a:chOff x="0" y="-4250"/>
            <a:chExt cx="9143999" cy="3696713"/>
          </a:xfrm>
        </p:grpSpPr>
        <p:pic>
          <p:nvPicPr>
            <p:cNvPr id="203" name="Google Shape;203;p28"/>
            <p:cNvPicPr preferRelativeResize="0"/>
            <p:nvPr/>
          </p:nvPicPr>
          <p:blipFill rotWithShape="1">
            <a:blip r:embed="rId2">
              <a:alphaModFix/>
            </a:blip>
            <a:srcRect t="67791" b="15120"/>
            <a:stretch/>
          </p:blipFill>
          <p:spPr>
            <a:xfrm>
              <a:off x="5962100" y="-4250"/>
              <a:ext cx="3181899" cy="543750"/>
            </a:xfrm>
            <a:prstGeom prst="rect">
              <a:avLst/>
            </a:prstGeom>
            <a:noFill/>
            <a:ln>
              <a:noFill/>
            </a:ln>
            <a:effectLst>
              <a:outerShdw blurRad="285750" dist="133350" dir="8220000" algn="bl" rotWithShape="0">
                <a:schemeClr val="accent3"/>
              </a:outerShdw>
            </a:effectLst>
          </p:spPr>
        </p:pic>
        <p:pic>
          <p:nvPicPr>
            <p:cNvPr id="204" name="Google Shape;204;p28"/>
            <p:cNvPicPr preferRelativeResize="0"/>
            <p:nvPr/>
          </p:nvPicPr>
          <p:blipFill rotWithShape="1">
            <a:blip r:embed="rId3">
              <a:alphaModFix/>
            </a:blip>
            <a:srcRect l="67243" r="16176"/>
            <a:stretch/>
          </p:blipFill>
          <p:spPr>
            <a:xfrm>
              <a:off x="0" y="1603435"/>
              <a:ext cx="346351" cy="2089028"/>
            </a:xfrm>
            <a:prstGeom prst="rect">
              <a:avLst/>
            </a:prstGeom>
            <a:noFill/>
            <a:ln>
              <a:noFill/>
            </a:ln>
            <a:effectLst>
              <a:outerShdw blurRad="428625" dist="133350" dir="2460000" algn="bl" rotWithShape="0">
                <a:schemeClr val="accent3"/>
              </a:outerShdw>
            </a:effectLst>
          </p:spPr>
        </p:pic>
      </p:grpSp>
      <p:grpSp>
        <p:nvGrpSpPr>
          <p:cNvPr id="205" name="Google Shape;205;p28"/>
          <p:cNvGrpSpPr/>
          <p:nvPr/>
        </p:nvGrpSpPr>
        <p:grpSpPr>
          <a:xfrm>
            <a:off x="713225" y="539500"/>
            <a:ext cx="7739700" cy="4235350"/>
            <a:chOff x="713225" y="539500"/>
            <a:chExt cx="7739700" cy="4235350"/>
          </a:xfrm>
        </p:grpSpPr>
        <p:cxnSp>
          <p:nvCxnSpPr>
            <p:cNvPr id="206" name="Google Shape;206;p28"/>
            <p:cNvCxnSpPr/>
            <p:nvPr/>
          </p:nvCxnSpPr>
          <p:spPr>
            <a:xfrm>
              <a:off x="2445125" y="4774850"/>
              <a:ext cx="6007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7" name="Google Shape;207;p28"/>
            <p:cNvCxnSpPr/>
            <p:nvPr/>
          </p:nvCxnSpPr>
          <p:spPr>
            <a:xfrm rot="10800000">
              <a:off x="713225" y="539500"/>
              <a:ext cx="0" cy="577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29"/>
          <p:cNvGrpSpPr/>
          <p:nvPr/>
        </p:nvGrpSpPr>
        <p:grpSpPr>
          <a:xfrm>
            <a:off x="0" y="0"/>
            <a:ext cx="9172851" cy="4288087"/>
            <a:chOff x="0" y="0"/>
            <a:chExt cx="9172851" cy="4288087"/>
          </a:xfrm>
        </p:grpSpPr>
        <p:pic>
          <p:nvPicPr>
            <p:cNvPr id="210" name="Google Shape;210;p29"/>
            <p:cNvPicPr preferRelativeResize="0"/>
            <p:nvPr/>
          </p:nvPicPr>
          <p:blipFill rotWithShape="1">
            <a:blip r:embed="rId2">
              <a:alphaModFix/>
            </a:blip>
            <a:srcRect l="67243" r="16176"/>
            <a:stretch/>
          </p:blipFill>
          <p:spPr>
            <a:xfrm>
              <a:off x="0" y="1624113"/>
              <a:ext cx="281551" cy="2663974"/>
            </a:xfrm>
            <a:prstGeom prst="rect">
              <a:avLst/>
            </a:prstGeom>
            <a:noFill/>
            <a:ln>
              <a:noFill/>
            </a:ln>
            <a:effectLst>
              <a:outerShdw blurRad="428625" dist="133350" dir="2460000" algn="bl" rotWithShape="0">
                <a:schemeClr val="accent3"/>
              </a:outerShdw>
            </a:effectLst>
          </p:spPr>
        </p:pic>
        <p:pic>
          <p:nvPicPr>
            <p:cNvPr id="211" name="Google Shape;211;p29"/>
            <p:cNvPicPr preferRelativeResize="0"/>
            <p:nvPr/>
          </p:nvPicPr>
          <p:blipFill rotWithShape="1">
            <a:blip r:embed="rId3">
              <a:alphaModFix/>
            </a:blip>
            <a:srcRect t="67791" b="15120"/>
            <a:stretch/>
          </p:blipFill>
          <p:spPr>
            <a:xfrm>
              <a:off x="8826500" y="0"/>
              <a:ext cx="346351" cy="1096799"/>
            </a:xfrm>
            <a:prstGeom prst="rect">
              <a:avLst/>
            </a:prstGeom>
            <a:noFill/>
            <a:ln>
              <a:noFill/>
            </a:ln>
            <a:effectLst>
              <a:outerShdw blurRad="285750" dist="133350" dir="8220000" algn="bl" rotWithShape="0">
                <a:schemeClr val="accent3"/>
              </a:outerShdw>
            </a:effectLst>
          </p:spPr>
        </p:pic>
      </p:grpSp>
      <p:cxnSp>
        <p:nvCxnSpPr>
          <p:cNvPr id="212" name="Google Shape;212;p29"/>
          <p:cNvCxnSpPr/>
          <p:nvPr/>
        </p:nvCxnSpPr>
        <p:spPr>
          <a:xfrm>
            <a:off x="712350" y="4774850"/>
            <a:ext cx="7719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4" r:id="rId3"/>
    <p:sldLayoutId id="2147483655" r:id="rId4"/>
    <p:sldLayoutId id="2147483656" r:id="rId5"/>
    <p:sldLayoutId id="2147483658" r:id="rId6"/>
    <p:sldLayoutId id="2147483659" r:id="rId7"/>
    <p:sldLayoutId id="2147483660" r:id="rId8"/>
    <p:sldLayoutId id="2147483661" r:id="rId9"/>
    <p:sldLayoutId id="2147483664" r:id="rId10"/>
    <p:sldLayoutId id="2147483665" r:id="rId11"/>
    <p:sldLayoutId id="2147483674" r:id="rId12"/>
    <p:sldLayoutId id="2147483675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3"/>
          <p:cNvSpPr txBox="1">
            <a:spLocks noGrp="1"/>
          </p:cNvSpPr>
          <p:nvPr>
            <p:ph type="ctrTitle"/>
          </p:nvPr>
        </p:nvSpPr>
        <p:spPr>
          <a:xfrm>
            <a:off x="3034025" y="2216323"/>
            <a:ext cx="4804500" cy="71085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dirty="0">
                <a:latin typeface="G마켓 산스 TTF Bold" panose="02000000000000000000" pitchFamily="2" charset="-127"/>
                <a:ea typeface="G마켓 산스 TTF Bold" panose="02000000000000000000" pitchFamily="2" charset="-127"/>
                <a:cs typeface="맑은 고딕 Semilight" panose="020B0502040204020203" pitchFamily="50" charset="-127"/>
              </a:rPr>
              <a:t>온라인 협업 플랫폼</a:t>
            </a:r>
            <a:endParaRPr lang="ko-KR" altLang="en-US" dirty="0">
              <a:latin typeface="G마켓 산스 TTF Bold" panose="02000000000000000000" pitchFamily="2" charset="-127"/>
              <a:ea typeface="G마켓 산스 TTF Bold" panose="02000000000000000000" pitchFamily="2" charset="-127"/>
              <a:cs typeface="맑은 고딕 Semilight" panose="020B0502040204020203" pitchFamily="50" charset="-127"/>
            </a:endParaRPr>
          </a:p>
        </p:txBody>
      </p:sp>
      <p:sp>
        <p:nvSpPr>
          <p:cNvPr id="224" name="Google Shape;224;p33"/>
          <p:cNvSpPr txBox="1">
            <a:spLocks noGrp="1"/>
          </p:cNvSpPr>
          <p:nvPr>
            <p:ph type="subTitle" idx="1"/>
          </p:nvPr>
        </p:nvSpPr>
        <p:spPr>
          <a:xfrm>
            <a:off x="1018025" y="539500"/>
            <a:ext cx="20160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LOCH</a:t>
            </a:r>
            <a:endParaRPr sz="20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25" name="Google Shape;225;p33"/>
          <p:cNvSpPr txBox="1"/>
          <p:nvPr/>
        </p:nvSpPr>
        <p:spPr>
          <a:xfrm>
            <a:off x="-1570" y="4354872"/>
            <a:ext cx="3035595" cy="498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000" dirty="0">
                <a:solidFill>
                  <a:schemeClr val="dk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Roboto"/>
                <a:sym typeface="Roboto"/>
              </a:rPr>
              <a:t>https://github.com/choyongmoo/LOCH-</a:t>
            </a:r>
            <a:endParaRPr sz="1000" dirty="0">
              <a:solidFill>
                <a:schemeClr val="dk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Roboto"/>
              <a:sym typeface="Roboto"/>
            </a:endParaRPr>
          </a:p>
        </p:txBody>
      </p:sp>
      <p:sp>
        <p:nvSpPr>
          <p:cNvPr id="226" name="Google Shape;226;p33"/>
          <p:cNvSpPr/>
          <p:nvPr/>
        </p:nvSpPr>
        <p:spPr>
          <a:xfrm>
            <a:off x="1423239" y="1877733"/>
            <a:ext cx="1386715" cy="1388034"/>
          </a:xfrm>
          <a:custGeom>
            <a:avLst/>
            <a:gdLst/>
            <a:ahLst/>
            <a:cxnLst/>
            <a:rect l="l" t="t" r="r" b="b"/>
            <a:pathLst>
              <a:path w="554686" h="554659" extrusionOk="0">
                <a:moveTo>
                  <a:pt x="544331" y="201978"/>
                </a:moveTo>
                <a:cubicBezTo>
                  <a:pt x="317892" y="1652"/>
                  <a:pt x="324028" y="6896"/>
                  <a:pt x="319870" y="3211"/>
                </a:cubicBezTo>
                <a:cubicBezTo>
                  <a:pt x="317124" y="2916"/>
                  <a:pt x="300212" y="0"/>
                  <a:pt x="277344" y="0"/>
                </a:cubicBezTo>
                <a:cubicBezTo>
                  <a:pt x="124631" y="0"/>
                  <a:pt x="0" y="124632"/>
                  <a:pt x="0" y="277330"/>
                </a:cubicBezTo>
                <a:cubicBezTo>
                  <a:pt x="0" y="431012"/>
                  <a:pt x="125888" y="554660"/>
                  <a:pt x="277344" y="554660"/>
                </a:cubicBezTo>
                <a:cubicBezTo>
                  <a:pt x="430056" y="554660"/>
                  <a:pt x="554687" y="430027"/>
                  <a:pt x="554687" y="277330"/>
                </a:cubicBezTo>
                <a:cubicBezTo>
                  <a:pt x="554695" y="235457"/>
                  <a:pt x="544936" y="204995"/>
                  <a:pt x="544331" y="201978"/>
                </a:cubicBezTo>
                <a:lnTo>
                  <a:pt x="544331" y="201978"/>
                </a:lnTo>
                <a:close/>
                <a:moveTo>
                  <a:pt x="424688" y="277337"/>
                </a:moveTo>
                <a:cubicBezTo>
                  <a:pt x="424688" y="306992"/>
                  <a:pt x="415876" y="334623"/>
                  <a:pt x="400733" y="357762"/>
                </a:cubicBezTo>
                <a:lnTo>
                  <a:pt x="326099" y="208502"/>
                </a:lnTo>
                <a:lnTo>
                  <a:pt x="293595" y="273497"/>
                </a:lnTo>
                <a:lnTo>
                  <a:pt x="244840" y="175999"/>
                </a:lnTo>
                <a:lnTo>
                  <a:pt x="153954" y="357762"/>
                </a:lnTo>
                <a:cubicBezTo>
                  <a:pt x="138819" y="334623"/>
                  <a:pt x="129999" y="306992"/>
                  <a:pt x="129999" y="277337"/>
                </a:cubicBezTo>
                <a:cubicBezTo>
                  <a:pt x="129999" y="196098"/>
                  <a:pt x="196092" y="130008"/>
                  <a:pt x="277336" y="130008"/>
                </a:cubicBezTo>
                <a:cubicBezTo>
                  <a:pt x="297404" y="130008"/>
                  <a:pt x="316774" y="133972"/>
                  <a:pt x="334989" y="141806"/>
                </a:cubicBezTo>
                <a:cubicBezTo>
                  <a:pt x="353296" y="166614"/>
                  <a:pt x="376848" y="187340"/>
                  <a:pt x="403968" y="202303"/>
                </a:cubicBezTo>
                <a:cubicBezTo>
                  <a:pt x="417528" y="224923"/>
                  <a:pt x="424688" y="250777"/>
                  <a:pt x="424688" y="277337"/>
                </a:cubicBezTo>
                <a:close/>
                <a:moveTo>
                  <a:pt x="326099" y="281177"/>
                </a:moveTo>
                <a:lnTo>
                  <a:pt x="348557" y="326090"/>
                </a:lnTo>
                <a:lnTo>
                  <a:pt x="303641" y="326090"/>
                </a:lnTo>
                <a:lnTo>
                  <a:pt x="326099" y="281177"/>
                </a:lnTo>
                <a:close/>
                <a:moveTo>
                  <a:pt x="267305" y="326090"/>
                </a:moveTo>
                <a:lnTo>
                  <a:pt x="206138" y="326090"/>
                </a:lnTo>
                <a:lnTo>
                  <a:pt x="244848" y="248675"/>
                </a:lnTo>
                <a:lnTo>
                  <a:pt x="275427" y="309839"/>
                </a:lnTo>
                <a:lnTo>
                  <a:pt x="267305" y="326090"/>
                </a:lnTo>
                <a:close/>
                <a:moveTo>
                  <a:pt x="400190" y="358585"/>
                </a:moveTo>
                <a:cubicBezTo>
                  <a:pt x="373784" y="398378"/>
                  <a:pt x="328581" y="424667"/>
                  <a:pt x="277344" y="424667"/>
                </a:cubicBezTo>
                <a:cubicBezTo>
                  <a:pt x="226106" y="424667"/>
                  <a:pt x="180903" y="398378"/>
                  <a:pt x="154497" y="358585"/>
                </a:cubicBezTo>
                <a:lnTo>
                  <a:pt x="400190" y="358585"/>
                </a:lnTo>
                <a:close/>
                <a:moveTo>
                  <a:pt x="330614" y="56215"/>
                </a:moveTo>
                <a:cubicBezTo>
                  <a:pt x="372364" y="93216"/>
                  <a:pt x="445726" y="158135"/>
                  <a:pt x="487562" y="195151"/>
                </a:cubicBezTo>
                <a:cubicBezTo>
                  <a:pt x="410655" y="187239"/>
                  <a:pt x="347595" y="130279"/>
                  <a:pt x="330614" y="56215"/>
                </a:cubicBezTo>
                <a:close/>
                <a:moveTo>
                  <a:pt x="277351" y="522173"/>
                </a:moveTo>
                <a:cubicBezTo>
                  <a:pt x="144629" y="522173"/>
                  <a:pt x="32504" y="413761"/>
                  <a:pt x="32504" y="277337"/>
                </a:cubicBezTo>
                <a:cubicBezTo>
                  <a:pt x="32504" y="142334"/>
                  <a:pt x="142341" y="32502"/>
                  <a:pt x="277351" y="32502"/>
                </a:cubicBezTo>
                <a:cubicBezTo>
                  <a:pt x="282999" y="32502"/>
                  <a:pt x="288646" y="32719"/>
                  <a:pt x="294286" y="33107"/>
                </a:cubicBezTo>
                <a:cubicBezTo>
                  <a:pt x="296179" y="56937"/>
                  <a:pt x="302043" y="79688"/>
                  <a:pt x="311228" y="100694"/>
                </a:cubicBezTo>
                <a:cubicBezTo>
                  <a:pt x="300158" y="98576"/>
                  <a:pt x="288848" y="97506"/>
                  <a:pt x="277351" y="97506"/>
                </a:cubicBezTo>
                <a:cubicBezTo>
                  <a:pt x="178529" y="97506"/>
                  <a:pt x="97511" y="178536"/>
                  <a:pt x="97511" y="277337"/>
                </a:cubicBezTo>
                <a:cubicBezTo>
                  <a:pt x="97511" y="376162"/>
                  <a:pt x="178545" y="457169"/>
                  <a:pt x="277351" y="457169"/>
                </a:cubicBezTo>
                <a:cubicBezTo>
                  <a:pt x="376181" y="457169"/>
                  <a:pt x="457192" y="376139"/>
                  <a:pt x="457192" y="277337"/>
                </a:cubicBezTo>
                <a:cubicBezTo>
                  <a:pt x="457192" y="257852"/>
                  <a:pt x="454026" y="238668"/>
                  <a:pt x="447929" y="220463"/>
                </a:cubicBezTo>
                <a:cubicBezTo>
                  <a:pt x="470185" y="226831"/>
                  <a:pt x="493357" y="229531"/>
                  <a:pt x="517242" y="228266"/>
                </a:cubicBezTo>
                <a:cubicBezTo>
                  <a:pt x="520523" y="244339"/>
                  <a:pt x="522199" y="260784"/>
                  <a:pt x="522199" y="277337"/>
                </a:cubicBezTo>
                <a:cubicBezTo>
                  <a:pt x="522191" y="412341"/>
                  <a:pt x="412354" y="522173"/>
                  <a:pt x="277351" y="52217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Table of contents</a:t>
            </a:r>
            <a:endParaRPr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241" name="Google Shape;241;p35"/>
          <p:cNvSpPr txBox="1">
            <a:spLocks noGrp="1"/>
          </p:cNvSpPr>
          <p:nvPr>
            <p:ph type="title" idx="2"/>
          </p:nvPr>
        </p:nvSpPr>
        <p:spPr>
          <a:xfrm>
            <a:off x="796200" y="1584373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01</a:t>
            </a:r>
            <a:endParaRPr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242" name="Google Shape;242;p35"/>
          <p:cNvSpPr txBox="1">
            <a:spLocks noGrp="1"/>
          </p:cNvSpPr>
          <p:nvPr>
            <p:ph type="title" idx="3"/>
          </p:nvPr>
        </p:nvSpPr>
        <p:spPr>
          <a:xfrm>
            <a:off x="796200" y="3094002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04</a:t>
            </a:r>
            <a:endParaRPr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243" name="Google Shape;243;p35"/>
          <p:cNvSpPr txBox="1">
            <a:spLocks noGrp="1"/>
          </p:cNvSpPr>
          <p:nvPr>
            <p:ph type="title" idx="4"/>
          </p:nvPr>
        </p:nvSpPr>
        <p:spPr>
          <a:xfrm>
            <a:off x="3439738" y="1584373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02</a:t>
            </a:r>
            <a:endParaRPr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244" name="Google Shape;244;p35"/>
          <p:cNvSpPr txBox="1">
            <a:spLocks noGrp="1"/>
          </p:cNvSpPr>
          <p:nvPr>
            <p:ph type="title" idx="5"/>
          </p:nvPr>
        </p:nvSpPr>
        <p:spPr>
          <a:xfrm>
            <a:off x="3439738" y="3094002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05</a:t>
            </a:r>
            <a:endParaRPr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245" name="Google Shape;245;p35"/>
          <p:cNvSpPr txBox="1">
            <a:spLocks noGrp="1"/>
          </p:cNvSpPr>
          <p:nvPr>
            <p:ph type="title" idx="6"/>
          </p:nvPr>
        </p:nvSpPr>
        <p:spPr>
          <a:xfrm>
            <a:off x="6083275" y="1584373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03</a:t>
            </a:r>
            <a:endParaRPr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246" name="Google Shape;246;p35"/>
          <p:cNvSpPr txBox="1">
            <a:spLocks noGrp="1"/>
          </p:cNvSpPr>
          <p:nvPr>
            <p:ph type="title" idx="7"/>
          </p:nvPr>
        </p:nvSpPr>
        <p:spPr>
          <a:xfrm>
            <a:off x="6083275" y="3094002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06</a:t>
            </a:r>
            <a:endParaRPr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247" name="Google Shape;247;p35"/>
          <p:cNvSpPr txBox="1">
            <a:spLocks noGrp="1"/>
          </p:cNvSpPr>
          <p:nvPr>
            <p:ph type="subTitle" idx="1"/>
          </p:nvPr>
        </p:nvSpPr>
        <p:spPr>
          <a:xfrm>
            <a:off x="796200" y="2064875"/>
            <a:ext cx="2347500" cy="44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팀 구성</a:t>
            </a:r>
            <a:endParaRPr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48" name="Google Shape;248;p35"/>
          <p:cNvSpPr txBox="1">
            <a:spLocks noGrp="1"/>
          </p:cNvSpPr>
          <p:nvPr>
            <p:ph type="subTitle" idx="8"/>
          </p:nvPr>
        </p:nvSpPr>
        <p:spPr>
          <a:xfrm>
            <a:off x="3439738" y="2064875"/>
            <a:ext cx="2347500" cy="44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프로젝트 개요</a:t>
            </a:r>
            <a:endParaRPr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49" name="Google Shape;249;p35"/>
          <p:cNvSpPr txBox="1">
            <a:spLocks noGrp="1"/>
          </p:cNvSpPr>
          <p:nvPr>
            <p:ph type="subTitle" idx="9"/>
          </p:nvPr>
        </p:nvSpPr>
        <p:spPr>
          <a:xfrm>
            <a:off x="6083275" y="2064875"/>
            <a:ext cx="2347500" cy="44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기능 구성</a:t>
            </a:r>
            <a:endParaRPr 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50" name="Google Shape;250;p35"/>
          <p:cNvSpPr txBox="1">
            <a:spLocks noGrp="1"/>
          </p:cNvSpPr>
          <p:nvPr>
            <p:ph type="subTitle" idx="13"/>
          </p:nvPr>
        </p:nvSpPr>
        <p:spPr>
          <a:xfrm>
            <a:off x="796200" y="3574550"/>
            <a:ext cx="2347500" cy="44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개발 환경 및 도구</a:t>
            </a:r>
            <a:endParaRPr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51" name="Google Shape;251;p35"/>
          <p:cNvSpPr txBox="1">
            <a:spLocks noGrp="1"/>
          </p:cNvSpPr>
          <p:nvPr>
            <p:ph type="subTitle" idx="14"/>
          </p:nvPr>
        </p:nvSpPr>
        <p:spPr>
          <a:xfrm>
            <a:off x="3439738" y="3574550"/>
            <a:ext cx="2347500" cy="44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결과물 예시 화면</a:t>
            </a:r>
            <a:endParaRPr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52" name="Google Shape;252;p35"/>
          <p:cNvSpPr txBox="1">
            <a:spLocks noGrp="1"/>
          </p:cNvSpPr>
          <p:nvPr>
            <p:ph type="subTitle" idx="15"/>
          </p:nvPr>
        </p:nvSpPr>
        <p:spPr>
          <a:xfrm>
            <a:off x="6083275" y="3574550"/>
            <a:ext cx="2414180" cy="44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기대 효과 및 활용방안</a:t>
            </a:r>
            <a:endParaRPr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cxnSp>
        <p:nvCxnSpPr>
          <p:cNvPr id="253" name="Google Shape;253;p35"/>
          <p:cNvCxnSpPr/>
          <p:nvPr/>
        </p:nvCxnSpPr>
        <p:spPr>
          <a:xfrm rot="10800000">
            <a:off x="720000" y="1542875"/>
            <a:ext cx="0" cy="963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4" name="Google Shape;254;p35"/>
          <p:cNvCxnSpPr/>
          <p:nvPr/>
        </p:nvCxnSpPr>
        <p:spPr>
          <a:xfrm rot="10800000">
            <a:off x="720000" y="3158863"/>
            <a:ext cx="0" cy="963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5" name="Google Shape;255;p35"/>
          <p:cNvCxnSpPr/>
          <p:nvPr/>
        </p:nvCxnSpPr>
        <p:spPr>
          <a:xfrm rot="10800000">
            <a:off x="3363538" y="1542875"/>
            <a:ext cx="0" cy="963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6" name="Google Shape;256;p35"/>
          <p:cNvCxnSpPr/>
          <p:nvPr/>
        </p:nvCxnSpPr>
        <p:spPr>
          <a:xfrm rot="10800000">
            <a:off x="3363538" y="3158863"/>
            <a:ext cx="0" cy="963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7" name="Google Shape;257;p35"/>
          <p:cNvCxnSpPr/>
          <p:nvPr/>
        </p:nvCxnSpPr>
        <p:spPr>
          <a:xfrm rot="10800000">
            <a:off x="6007075" y="1542875"/>
            <a:ext cx="0" cy="963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8" name="Google Shape;258;p35"/>
          <p:cNvCxnSpPr/>
          <p:nvPr/>
        </p:nvCxnSpPr>
        <p:spPr>
          <a:xfrm rot="10800000">
            <a:off x="6007075" y="3158875"/>
            <a:ext cx="0" cy="963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0"/>
          <p:cNvSpPr txBox="1">
            <a:spLocks noGrp="1"/>
          </p:cNvSpPr>
          <p:nvPr>
            <p:ph type="subTitle" idx="6"/>
          </p:nvPr>
        </p:nvSpPr>
        <p:spPr>
          <a:xfrm>
            <a:off x="1550624" y="3121425"/>
            <a:ext cx="2975191" cy="37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err="1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임현성</a:t>
            </a:r>
            <a:r>
              <a:rPr lang="en-US" altLang="ko-KR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</a:t>
            </a:r>
            <a:r>
              <a:rPr lang="ko-KR" altLang="en-US" dirty="0" err="1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프론트엔드</a:t>
            </a:r>
            <a:r>
              <a:rPr lang="en-US" altLang="ko-KR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)</a:t>
            </a:r>
            <a:endParaRPr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316" name="Google Shape;316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팀 구성</a:t>
            </a:r>
            <a:endParaRPr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317" name="Google Shape;317;p40"/>
          <p:cNvSpPr txBox="1">
            <a:spLocks noGrp="1"/>
          </p:cNvSpPr>
          <p:nvPr>
            <p:ph type="subTitle" idx="1"/>
          </p:nvPr>
        </p:nvSpPr>
        <p:spPr>
          <a:xfrm>
            <a:off x="1550624" y="1748900"/>
            <a:ext cx="2736000" cy="10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학번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202307012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DB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설계 및 연동 담당</a:t>
            </a:r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Postgre</a:t>
            </a:r>
            <a:r>
              <a:rPr 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테이블 설계</a:t>
            </a:r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데이터 무결성 관리 및 쿼리 최적화</a:t>
            </a:r>
            <a:endParaRPr 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18" name="Google Shape;318;p40"/>
          <p:cNvSpPr txBox="1">
            <a:spLocks noGrp="1"/>
          </p:cNvSpPr>
          <p:nvPr>
            <p:ph type="subTitle" idx="2"/>
          </p:nvPr>
        </p:nvSpPr>
        <p:spPr>
          <a:xfrm>
            <a:off x="5667945" y="1748900"/>
            <a:ext cx="2736000" cy="10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학번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202107028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API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개발 담당</a:t>
            </a:r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Spring Boot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기반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Rest Api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설계 및 구현</a:t>
            </a:r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19" name="Google Shape;319;p40"/>
          <p:cNvSpPr txBox="1">
            <a:spLocks noGrp="1"/>
          </p:cNvSpPr>
          <p:nvPr>
            <p:ph type="subTitle" idx="3"/>
          </p:nvPr>
        </p:nvSpPr>
        <p:spPr>
          <a:xfrm>
            <a:off x="1550624" y="3412900"/>
            <a:ext cx="2736000" cy="10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학번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en-US" altLang="ko-KR" b="0" i="0" dirty="0"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202307032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b="0" i="0" dirty="0"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UI/UX </a:t>
            </a:r>
            <a:r>
              <a:rPr lang="ko-KR" altLang="en-US" b="0" i="0" dirty="0"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담당</a:t>
            </a:r>
            <a:endParaRPr lang="en-US" altLang="ko-KR" b="0" i="0" dirty="0">
              <a:effectLst/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화면 레이아웃 구성</a:t>
            </a:r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altLang="en-US" b="0" i="0" dirty="0"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사용자 흐름 및 피드백 반영</a:t>
            </a:r>
            <a:endParaRPr lang="en-US" altLang="ko-KR" b="0" i="0" dirty="0">
              <a:effectLst/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20" name="Google Shape;320;p40"/>
          <p:cNvSpPr txBox="1">
            <a:spLocks noGrp="1"/>
          </p:cNvSpPr>
          <p:nvPr>
            <p:ph type="subTitle" idx="4"/>
          </p:nvPr>
        </p:nvSpPr>
        <p:spPr>
          <a:xfrm>
            <a:off x="5667945" y="3412900"/>
            <a:ext cx="2736000" cy="10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b="0" i="0" dirty="0"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학번</a:t>
            </a:r>
            <a:r>
              <a:rPr lang="en-US" altLang="ko-KR" b="0" i="0" dirty="0"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202307072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b="0" i="0" dirty="0"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기능 구현 담당</a:t>
            </a:r>
            <a:endParaRPr lang="en-US" altLang="ko-KR" b="0" i="0" dirty="0">
              <a:effectLst/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React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기반 컴포넌트 구현</a:t>
            </a:r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ko-KR" b="0" i="0" dirty="0"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API </a:t>
            </a:r>
            <a:r>
              <a:rPr lang="ko-KR" altLang="en-US" b="0" i="0" dirty="0"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연동 및 상태 관리</a:t>
            </a:r>
            <a:endParaRPr lang="en-US" altLang="ko-KR" b="0" i="0" dirty="0">
              <a:effectLst/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21" name="Google Shape;321;p40"/>
          <p:cNvSpPr txBox="1">
            <a:spLocks noGrp="1"/>
          </p:cNvSpPr>
          <p:nvPr>
            <p:ph type="subTitle" idx="5"/>
          </p:nvPr>
        </p:nvSpPr>
        <p:spPr>
          <a:xfrm>
            <a:off x="1550624" y="1457450"/>
            <a:ext cx="2818173" cy="37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조용무</a:t>
            </a:r>
            <a:r>
              <a:rPr lang="en-US" altLang="ko-KR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</a:t>
            </a:r>
            <a:r>
              <a:rPr lang="ko-KR" altLang="en-US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팀장 </a:t>
            </a:r>
            <a:r>
              <a:rPr lang="en-US" altLang="ko-KR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/ </a:t>
            </a:r>
            <a:r>
              <a:rPr lang="ko-KR" altLang="en-US" dirty="0" err="1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백엔드</a:t>
            </a:r>
            <a:r>
              <a:rPr lang="en-US" altLang="ko-KR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)</a:t>
            </a:r>
            <a:endParaRPr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22" name="Google Shape;322;p40"/>
          <p:cNvSpPr txBox="1">
            <a:spLocks noGrp="1"/>
          </p:cNvSpPr>
          <p:nvPr>
            <p:ph type="subTitle" idx="7"/>
          </p:nvPr>
        </p:nvSpPr>
        <p:spPr>
          <a:xfrm>
            <a:off x="5667914" y="1457450"/>
            <a:ext cx="2736000" cy="37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err="1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오택현</a:t>
            </a:r>
            <a:r>
              <a:rPr lang="en-US" altLang="ko-KR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</a:t>
            </a:r>
            <a:r>
              <a:rPr lang="ko-KR" altLang="en-US" dirty="0" err="1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백엔드</a:t>
            </a:r>
            <a:r>
              <a:rPr lang="en-US" altLang="ko-KR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)</a:t>
            </a:r>
            <a:endParaRPr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323" name="Google Shape;323;p40"/>
          <p:cNvSpPr txBox="1">
            <a:spLocks noGrp="1"/>
          </p:cNvSpPr>
          <p:nvPr>
            <p:ph type="subTitle" idx="8"/>
          </p:nvPr>
        </p:nvSpPr>
        <p:spPr>
          <a:xfrm>
            <a:off x="5667914" y="3121425"/>
            <a:ext cx="2736000" cy="37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err="1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황자준</a:t>
            </a:r>
            <a:r>
              <a:rPr lang="en-US" altLang="ko-KR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</a:t>
            </a:r>
            <a:r>
              <a:rPr lang="ko-KR" altLang="en-US" dirty="0" err="1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프론트엔드</a:t>
            </a:r>
            <a:r>
              <a:rPr lang="en-US" altLang="ko-KR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)</a:t>
            </a:r>
            <a:endParaRPr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cxnSp>
        <p:nvCxnSpPr>
          <p:cNvPr id="324" name="Google Shape;324;p40"/>
          <p:cNvCxnSpPr/>
          <p:nvPr/>
        </p:nvCxnSpPr>
        <p:spPr>
          <a:xfrm>
            <a:off x="1322025" y="1457450"/>
            <a:ext cx="0" cy="133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5" name="Google Shape;325;p40"/>
          <p:cNvCxnSpPr/>
          <p:nvPr/>
        </p:nvCxnSpPr>
        <p:spPr>
          <a:xfrm>
            <a:off x="1322025" y="3121300"/>
            <a:ext cx="0" cy="133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6" name="Google Shape;326;p40"/>
          <p:cNvCxnSpPr/>
          <p:nvPr/>
        </p:nvCxnSpPr>
        <p:spPr>
          <a:xfrm>
            <a:off x="5439351" y="1457450"/>
            <a:ext cx="0" cy="133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7" name="Google Shape;327;p40"/>
          <p:cNvCxnSpPr/>
          <p:nvPr/>
        </p:nvCxnSpPr>
        <p:spPr>
          <a:xfrm>
            <a:off x="5439351" y="3121300"/>
            <a:ext cx="0" cy="133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28" name="Google Shape;328;p40"/>
          <p:cNvGrpSpPr/>
          <p:nvPr/>
        </p:nvGrpSpPr>
        <p:grpSpPr>
          <a:xfrm>
            <a:off x="4833961" y="3120681"/>
            <a:ext cx="376777" cy="376785"/>
            <a:chOff x="11210627" y="4097238"/>
            <a:chExt cx="554655" cy="554667"/>
          </a:xfrm>
        </p:grpSpPr>
        <p:sp>
          <p:nvSpPr>
            <p:cNvPr id="329" name="Google Shape;329;p40"/>
            <p:cNvSpPr/>
            <p:nvPr/>
          </p:nvSpPr>
          <p:spPr>
            <a:xfrm>
              <a:off x="11276720" y="4227238"/>
              <a:ext cx="97510" cy="97506"/>
            </a:xfrm>
            <a:custGeom>
              <a:avLst/>
              <a:gdLst/>
              <a:ahLst/>
              <a:cxnLst/>
              <a:rect l="l" t="t" r="r" b="b"/>
              <a:pathLst>
                <a:path w="97510" h="97506" extrusionOk="0">
                  <a:moveTo>
                    <a:pt x="48716" y="0"/>
                  </a:moveTo>
                  <a:cubicBezTo>
                    <a:pt x="21875" y="0"/>
                    <a:pt x="0" y="21867"/>
                    <a:pt x="0" y="48753"/>
                  </a:cubicBezTo>
                  <a:cubicBezTo>
                    <a:pt x="0" y="75639"/>
                    <a:pt x="21798" y="97506"/>
                    <a:pt x="48716" y="97506"/>
                  </a:cubicBezTo>
                  <a:cubicBezTo>
                    <a:pt x="75635" y="97506"/>
                    <a:pt x="97510" y="75639"/>
                    <a:pt x="97510" y="48753"/>
                  </a:cubicBezTo>
                  <a:cubicBezTo>
                    <a:pt x="97510" y="21867"/>
                    <a:pt x="75635" y="0"/>
                    <a:pt x="48716" y="0"/>
                  </a:cubicBezTo>
                  <a:close/>
                  <a:moveTo>
                    <a:pt x="48716" y="64996"/>
                  </a:moveTo>
                  <a:cubicBezTo>
                    <a:pt x="39795" y="64996"/>
                    <a:pt x="32503" y="57705"/>
                    <a:pt x="32503" y="48746"/>
                  </a:cubicBezTo>
                  <a:cubicBezTo>
                    <a:pt x="32503" y="39786"/>
                    <a:pt x="39795" y="32494"/>
                    <a:pt x="48716" y="32494"/>
                  </a:cubicBezTo>
                  <a:cubicBezTo>
                    <a:pt x="57715" y="32494"/>
                    <a:pt x="65007" y="39786"/>
                    <a:pt x="65007" y="48746"/>
                  </a:cubicBezTo>
                  <a:cubicBezTo>
                    <a:pt x="65007" y="57705"/>
                    <a:pt x="57715" y="64996"/>
                    <a:pt x="48716" y="6499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40"/>
            <p:cNvSpPr/>
            <p:nvPr/>
          </p:nvSpPr>
          <p:spPr>
            <a:xfrm>
              <a:off x="11276720" y="4357238"/>
              <a:ext cx="97510" cy="32501"/>
            </a:xfrm>
            <a:custGeom>
              <a:avLst/>
              <a:gdLst/>
              <a:ahLst/>
              <a:cxnLst/>
              <a:rect l="l" t="t" r="r" b="b"/>
              <a:pathLst>
                <a:path w="97510" h="32501" extrusionOk="0">
                  <a:moveTo>
                    <a:pt x="0" y="0"/>
                  </a:moveTo>
                  <a:lnTo>
                    <a:pt x="97510" y="0"/>
                  </a:lnTo>
                  <a:lnTo>
                    <a:pt x="97510" y="32502"/>
                  </a:lnTo>
                  <a:lnTo>
                    <a:pt x="0" y="325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40"/>
            <p:cNvSpPr/>
            <p:nvPr/>
          </p:nvSpPr>
          <p:spPr>
            <a:xfrm>
              <a:off x="11461657" y="4207147"/>
              <a:ext cx="247617" cy="182585"/>
            </a:xfrm>
            <a:custGeom>
              <a:avLst/>
              <a:gdLst/>
              <a:ahLst/>
              <a:cxnLst/>
              <a:rect l="l" t="t" r="r" b="b"/>
              <a:pathLst>
                <a:path w="247617" h="182585" extrusionOk="0">
                  <a:moveTo>
                    <a:pt x="140022" y="97498"/>
                  </a:moveTo>
                  <a:lnTo>
                    <a:pt x="91305" y="0"/>
                  </a:lnTo>
                  <a:lnTo>
                    <a:pt x="0" y="182585"/>
                  </a:lnTo>
                  <a:lnTo>
                    <a:pt x="247617" y="182585"/>
                  </a:lnTo>
                  <a:lnTo>
                    <a:pt x="172525" y="32502"/>
                  </a:lnTo>
                  <a:lnTo>
                    <a:pt x="140022" y="97498"/>
                  </a:lnTo>
                  <a:close/>
                  <a:moveTo>
                    <a:pt x="52595" y="150091"/>
                  </a:moveTo>
                  <a:lnTo>
                    <a:pt x="91305" y="72676"/>
                  </a:lnTo>
                  <a:lnTo>
                    <a:pt x="121870" y="133840"/>
                  </a:lnTo>
                  <a:lnTo>
                    <a:pt x="113802" y="150091"/>
                  </a:lnTo>
                  <a:lnTo>
                    <a:pt x="52595" y="150091"/>
                  </a:lnTo>
                  <a:close/>
                  <a:moveTo>
                    <a:pt x="150106" y="150091"/>
                  </a:moveTo>
                  <a:lnTo>
                    <a:pt x="172525" y="105178"/>
                  </a:lnTo>
                  <a:lnTo>
                    <a:pt x="195022" y="150091"/>
                  </a:lnTo>
                  <a:lnTo>
                    <a:pt x="150106" y="15009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40"/>
            <p:cNvSpPr/>
            <p:nvPr/>
          </p:nvSpPr>
          <p:spPr>
            <a:xfrm>
              <a:off x="11210627" y="4097238"/>
              <a:ext cx="554655" cy="554667"/>
            </a:xfrm>
            <a:custGeom>
              <a:avLst/>
              <a:gdLst/>
              <a:ahLst/>
              <a:cxnLst/>
              <a:rect l="l" t="t" r="r" b="b"/>
              <a:pathLst>
                <a:path w="554655" h="554667" extrusionOk="0">
                  <a:moveTo>
                    <a:pt x="228533" y="435992"/>
                  </a:moveTo>
                  <a:lnTo>
                    <a:pt x="171129" y="522165"/>
                  </a:lnTo>
                  <a:lnTo>
                    <a:pt x="131101" y="522165"/>
                  </a:lnTo>
                  <a:lnTo>
                    <a:pt x="131101" y="554667"/>
                  </a:lnTo>
                  <a:lnTo>
                    <a:pt x="423555" y="554667"/>
                  </a:lnTo>
                  <a:lnTo>
                    <a:pt x="423555" y="522165"/>
                  </a:lnTo>
                  <a:lnTo>
                    <a:pt x="383527" y="522165"/>
                  </a:lnTo>
                  <a:lnTo>
                    <a:pt x="326044" y="435992"/>
                  </a:lnTo>
                  <a:lnTo>
                    <a:pt x="326044" y="357499"/>
                  </a:lnTo>
                  <a:lnTo>
                    <a:pt x="554656" y="357499"/>
                  </a:lnTo>
                  <a:lnTo>
                    <a:pt x="554656" y="32502"/>
                  </a:lnTo>
                  <a:lnTo>
                    <a:pt x="488563" y="32502"/>
                  </a:lnTo>
                  <a:lnTo>
                    <a:pt x="488563" y="0"/>
                  </a:lnTo>
                  <a:lnTo>
                    <a:pt x="391052" y="0"/>
                  </a:lnTo>
                  <a:lnTo>
                    <a:pt x="391052" y="32502"/>
                  </a:lnTo>
                  <a:lnTo>
                    <a:pt x="326122" y="32502"/>
                  </a:lnTo>
                  <a:lnTo>
                    <a:pt x="326122" y="0"/>
                  </a:lnTo>
                  <a:lnTo>
                    <a:pt x="228611" y="0"/>
                  </a:lnTo>
                  <a:lnTo>
                    <a:pt x="228611" y="32502"/>
                  </a:lnTo>
                  <a:lnTo>
                    <a:pt x="163604" y="32502"/>
                  </a:lnTo>
                  <a:lnTo>
                    <a:pt x="163604" y="0"/>
                  </a:lnTo>
                  <a:lnTo>
                    <a:pt x="66093" y="0"/>
                  </a:lnTo>
                  <a:lnTo>
                    <a:pt x="66093" y="32502"/>
                  </a:lnTo>
                  <a:lnTo>
                    <a:pt x="0" y="32502"/>
                  </a:lnTo>
                  <a:lnTo>
                    <a:pt x="0" y="357499"/>
                  </a:lnTo>
                  <a:lnTo>
                    <a:pt x="228611" y="357499"/>
                  </a:lnTo>
                  <a:lnTo>
                    <a:pt x="228611" y="435992"/>
                  </a:lnTo>
                  <a:close/>
                  <a:moveTo>
                    <a:pt x="228533" y="494581"/>
                  </a:moveTo>
                  <a:lnTo>
                    <a:pt x="228533" y="522165"/>
                  </a:lnTo>
                  <a:lnTo>
                    <a:pt x="210226" y="522165"/>
                  </a:lnTo>
                  <a:lnTo>
                    <a:pt x="228533" y="494581"/>
                  </a:lnTo>
                  <a:close/>
                  <a:moveTo>
                    <a:pt x="344507" y="522165"/>
                  </a:moveTo>
                  <a:lnTo>
                    <a:pt x="326044" y="522165"/>
                  </a:lnTo>
                  <a:lnTo>
                    <a:pt x="326044" y="494581"/>
                  </a:lnTo>
                  <a:lnTo>
                    <a:pt x="344507" y="522165"/>
                  </a:lnTo>
                  <a:close/>
                  <a:moveTo>
                    <a:pt x="293619" y="522165"/>
                  </a:moveTo>
                  <a:lnTo>
                    <a:pt x="261037" y="522165"/>
                  </a:lnTo>
                  <a:lnTo>
                    <a:pt x="261037" y="357499"/>
                  </a:lnTo>
                  <a:lnTo>
                    <a:pt x="293619" y="357499"/>
                  </a:lnTo>
                  <a:lnTo>
                    <a:pt x="293619" y="522165"/>
                  </a:lnTo>
                  <a:close/>
                  <a:moveTo>
                    <a:pt x="423555" y="32494"/>
                  </a:moveTo>
                  <a:lnTo>
                    <a:pt x="456059" y="32494"/>
                  </a:lnTo>
                  <a:lnTo>
                    <a:pt x="456059" y="64996"/>
                  </a:lnTo>
                  <a:lnTo>
                    <a:pt x="423555" y="64996"/>
                  </a:lnTo>
                  <a:lnTo>
                    <a:pt x="423555" y="32494"/>
                  </a:lnTo>
                  <a:close/>
                  <a:moveTo>
                    <a:pt x="261037" y="32494"/>
                  </a:moveTo>
                  <a:lnTo>
                    <a:pt x="293619" y="32494"/>
                  </a:lnTo>
                  <a:lnTo>
                    <a:pt x="293619" y="64996"/>
                  </a:lnTo>
                  <a:lnTo>
                    <a:pt x="261037" y="64996"/>
                  </a:lnTo>
                  <a:lnTo>
                    <a:pt x="261037" y="32494"/>
                  </a:lnTo>
                  <a:close/>
                  <a:moveTo>
                    <a:pt x="98597" y="32494"/>
                  </a:moveTo>
                  <a:lnTo>
                    <a:pt x="131101" y="32494"/>
                  </a:lnTo>
                  <a:lnTo>
                    <a:pt x="131101" y="64996"/>
                  </a:lnTo>
                  <a:lnTo>
                    <a:pt x="98597" y="64996"/>
                  </a:lnTo>
                  <a:lnTo>
                    <a:pt x="98597" y="32494"/>
                  </a:lnTo>
                  <a:close/>
                  <a:moveTo>
                    <a:pt x="32503" y="64996"/>
                  </a:moveTo>
                  <a:lnTo>
                    <a:pt x="66093" y="64996"/>
                  </a:lnTo>
                  <a:lnTo>
                    <a:pt x="66093" y="97498"/>
                  </a:lnTo>
                  <a:lnTo>
                    <a:pt x="163526" y="97498"/>
                  </a:lnTo>
                  <a:lnTo>
                    <a:pt x="163526" y="64996"/>
                  </a:lnTo>
                  <a:lnTo>
                    <a:pt x="228533" y="64996"/>
                  </a:lnTo>
                  <a:lnTo>
                    <a:pt x="228533" y="97498"/>
                  </a:lnTo>
                  <a:lnTo>
                    <a:pt x="326044" y="97498"/>
                  </a:lnTo>
                  <a:lnTo>
                    <a:pt x="326044" y="64996"/>
                  </a:lnTo>
                  <a:lnTo>
                    <a:pt x="391052" y="64996"/>
                  </a:lnTo>
                  <a:lnTo>
                    <a:pt x="391052" y="97498"/>
                  </a:lnTo>
                  <a:lnTo>
                    <a:pt x="488563" y="97498"/>
                  </a:lnTo>
                  <a:lnTo>
                    <a:pt x="488563" y="64996"/>
                  </a:lnTo>
                  <a:lnTo>
                    <a:pt x="522152" y="64996"/>
                  </a:lnTo>
                  <a:lnTo>
                    <a:pt x="522152" y="324997"/>
                  </a:lnTo>
                  <a:lnTo>
                    <a:pt x="32426" y="324997"/>
                  </a:lnTo>
                  <a:lnTo>
                    <a:pt x="32426" y="649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3" name="Google Shape;333;p40"/>
          <p:cNvGrpSpPr/>
          <p:nvPr/>
        </p:nvGrpSpPr>
        <p:grpSpPr>
          <a:xfrm>
            <a:off x="716635" y="3121425"/>
            <a:ext cx="376777" cy="376786"/>
            <a:chOff x="11210627" y="3203526"/>
            <a:chExt cx="554655" cy="554668"/>
          </a:xfrm>
        </p:grpSpPr>
        <p:sp>
          <p:nvSpPr>
            <p:cNvPr id="334" name="Google Shape;334;p40"/>
            <p:cNvSpPr/>
            <p:nvPr/>
          </p:nvSpPr>
          <p:spPr>
            <a:xfrm>
              <a:off x="11439160" y="3463526"/>
              <a:ext cx="97510" cy="32502"/>
            </a:xfrm>
            <a:custGeom>
              <a:avLst/>
              <a:gdLst/>
              <a:ahLst/>
              <a:cxnLst/>
              <a:rect l="l" t="t" r="r" b="b"/>
              <a:pathLst>
                <a:path w="97510" h="32502" extrusionOk="0">
                  <a:moveTo>
                    <a:pt x="0" y="0"/>
                  </a:moveTo>
                  <a:lnTo>
                    <a:pt x="97511" y="0"/>
                  </a:lnTo>
                  <a:lnTo>
                    <a:pt x="97511" y="32502"/>
                  </a:lnTo>
                  <a:lnTo>
                    <a:pt x="0" y="325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40"/>
            <p:cNvSpPr/>
            <p:nvPr/>
          </p:nvSpPr>
          <p:spPr>
            <a:xfrm>
              <a:off x="11439160" y="3333518"/>
              <a:ext cx="97510" cy="97490"/>
            </a:xfrm>
            <a:custGeom>
              <a:avLst/>
              <a:gdLst/>
              <a:ahLst/>
              <a:cxnLst/>
              <a:rect l="l" t="t" r="r" b="b"/>
              <a:pathLst>
                <a:path w="97510" h="97490" extrusionOk="0">
                  <a:moveTo>
                    <a:pt x="48795" y="97490"/>
                  </a:moveTo>
                  <a:cubicBezTo>
                    <a:pt x="75635" y="97490"/>
                    <a:pt x="97511" y="75623"/>
                    <a:pt x="97511" y="48745"/>
                  </a:cubicBezTo>
                  <a:cubicBezTo>
                    <a:pt x="97511" y="21867"/>
                    <a:pt x="75635" y="0"/>
                    <a:pt x="48795" y="0"/>
                  </a:cubicBezTo>
                  <a:cubicBezTo>
                    <a:pt x="21876" y="0"/>
                    <a:pt x="0" y="21867"/>
                    <a:pt x="0" y="48745"/>
                  </a:cubicBezTo>
                  <a:cubicBezTo>
                    <a:pt x="0" y="75623"/>
                    <a:pt x="21876" y="97490"/>
                    <a:pt x="48795" y="97490"/>
                  </a:cubicBezTo>
                  <a:close/>
                  <a:moveTo>
                    <a:pt x="48795" y="32494"/>
                  </a:moveTo>
                  <a:cubicBezTo>
                    <a:pt x="57716" y="32494"/>
                    <a:pt x="65007" y="39786"/>
                    <a:pt x="65007" y="48745"/>
                  </a:cubicBezTo>
                  <a:cubicBezTo>
                    <a:pt x="65007" y="57704"/>
                    <a:pt x="57716" y="64996"/>
                    <a:pt x="48795" y="64996"/>
                  </a:cubicBezTo>
                  <a:cubicBezTo>
                    <a:pt x="39795" y="64996"/>
                    <a:pt x="32504" y="57704"/>
                    <a:pt x="32504" y="48745"/>
                  </a:cubicBezTo>
                  <a:cubicBezTo>
                    <a:pt x="32504" y="39786"/>
                    <a:pt x="39795" y="32494"/>
                    <a:pt x="48795" y="324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336;p40"/>
            <p:cNvSpPr/>
            <p:nvPr/>
          </p:nvSpPr>
          <p:spPr>
            <a:xfrm>
              <a:off x="11210627" y="3203526"/>
              <a:ext cx="554655" cy="554668"/>
            </a:xfrm>
            <a:custGeom>
              <a:avLst/>
              <a:gdLst/>
              <a:ahLst/>
              <a:cxnLst/>
              <a:rect l="l" t="t" r="r" b="b"/>
              <a:pathLst>
                <a:path w="554655" h="554668" extrusionOk="0">
                  <a:moveTo>
                    <a:pt x="293619" y="32983"/>
                  </a:moveTo>
                  <a:lnTo>
                    <a:pt x="293619" y="0"/>
                  </a:lnTo>
                  <a:lnTo>
                    <a:pt x="261037" y="0"/>
                  </a:lnTo>
                  <a:lnTo>
                    <a:pt x="261037" y="32983"/>
                  </a:lnTo>
                  <a:cubicBezTo>
                    <a:pt x="115663" y="41391"/>
                    <a:pt x="0" y="161843"/>
                    <a:pt x="0" y="308722"/>
                  </a:cubicBezTo>
                  <a:lnTo>
                    <a:pt x="0" y="463693"/>
                  </a:lnTo>
                  <a:cubicBezTo>
                    <a:pt x="0" y="492968"/>
                    <a:pt x="14429" y="520699"/>
                    <a:pt x="38709" y="537866"/>
                  </a:cubicBezTo>
                  <a:cubicBezTo>
                    <a:pt x="62835" y="554962"/>
                    <a:pt x="92313" y="559252"/>
                    <a:pt x="119697" y="549633"/>
                  </a:cubicBezTo>
                  <a:cubicBezTo>
                    <a:pt x="221319" y="513888"/>
                    <a:pt x="333337" y="513888"/>
                    <a:pt x="434959" y="549633"/>
                  </a:cubicBezTo>
                  <a:cubicBezTo>
                    <a:pt x="462498" y="559329"/>
                    <a:pt x="492053" y="554814"/>
                    <a:pt x="515946" y="537866"/>
                  </a:cubicBezTo>
                  <a:cubicBezTo>
                    <a:pt x="540227" y="520691"/>
                    <a:pt x="554656" y="492968"/>
                    <a:pt x="554656" y="463693"/>
                  </a:cubicBezTo>
                  <a:cubicBezTo>
                    <a:pt x="554656" y="446092"/>
                    <a:pt x="554656" y="324035"/>
                    <a:pt x="554656" y="308722"/>
                  </a:cubicBezTo>
                  <a:cubicBezTo>
                    <a:pt x="554656" y="161843"/>
                    <a:pt x="438992" y="41391"/>
                    <a:pt x="293619" y="32983"/>
                  </a:cubicBezTo>
                  <a:close/>
                  <a:moveTo>
                    <a:pt x="391052" y="308730"/>
                  </a:moveTo>
                  <a:lnTo>
                    <a:pt x="391052" y="352906"/>
                  </a:lnTo>
                  <a:cubicBezTo>
                    <a:pt x="353583" y="357444"/>
                    <a:pt x="315572" y="359725"/>
                    <a:pt x="277328" y="359725"/>
                  </a:cubicBezTo>
                  <a:cubicBezTo>
                    <a:pt x="239006" y="359725"/>
                    <a:pt x="201073" y="357444"/>
                    <a:pt x="163604" y="352906"/>
                  </a:cubicBezTo>
                  <a:lnTo>
                    <a:pt x="163604" y="308730"/>
                  </a:lnTo>
                  <a:cubicBezTo>
                    <a:pt x="163604" y="215785"/>
                    <a:pt x="200219" y="64981"/>
                    <a:pt x="277328" y="64981"/>
                  </a:cubicBezTo>
                  <a:cubicBezTo>
                    <a:pt x="357617" y="64981"/>
                    <a:pt x="391052" y="223891"/>
                    <a:pt x="391052" y="308730"/>
                  </a:cubicBezTo>
                  <a:close/>
                  <a:moveTo>
                    <a:pt x="194867" y="79215"/>
                  </a:moveTo>
                  <a:cubicBezTo>
                    <a:pt x="156080" y="128402"/>
                    <a:pt x="131101" y="212023"/>
                    <a:pt x="131101" y="308730"/>
                  </a:cubicBezTo>
                  <a:lnTo>
                    <a:pt x="131101" y="348392"/>
                  </a:lnTo>
                  <a:cubicBezTo>
                    <a:pt x="97744" y="343148"/>
                    <a:pt x="64775" y="336097"/>
                    <a:pt x="32503" y="327254"/>
                  </a:cubicBezTo>
                  <a:lnTo>
                    <a:pt x="32503" y="308730"/>
                  </a:lnTo>
                  <a:cubicBezTo>
                    <a:pt x="32503" y="203118"/>
                    <a:pt x="100303" y="112989"/>
                    <a:pt x="194867" y="79215"/>
                  </a:cubicBezTo>
                  <a:close/>
                  <a:moveTo>
                    <a:pt x="522152" y="463662"/>
                  </a:moveTo>
                  <a:cubicBezTo>
                    <a:pt x="522152" y="482410"/>
                    <a:pt x="512843" y="500228"/>
                    <a:pt x="497173" y="511313"/>
                  </a:cubicBezTo>
                  <a:cubicBezTo>
                    <a:pt x="481736" y="522235"/>
                    <a:pt x="463040" y="525012"/>
                    <a:pt x="445741" y="518946"/>
                  </a:cubicBezTo>
                  <a:cubicBezTo>
                    <a:pt x="391439" y="499856"/>
                    <a:pt x="334422" y="490307"/>
                    <a:pt x="277328" y="490307"/>
                  </a:cubicBezTo>
                  <a:cubicBezTo>
                    <a:pt x="220311" y="490307"/>
                    <a:pt x="163216" y="499856"/>
                    <a:pt x="108914" y="518946"/>
                  </a:cubicBezTo>
                  <a:cubicBezTo>
                    <a:pt x="91615" y="525020"/>
                    <a:pt x="72920" y="522235"/>
                    <a:pt x="57482" y="511313"/>
                  </a:cubicBezTo>
                  <a:cubicBezTo>
                    <a:pt x="41812" y="500228"/>
                    <a:pt x="32503" y="482410"/>
                    <a:pt x="32503" y="463662"/>
                  </a:cubicBezTo>
                  <a:lnTo>
                    <a:pt x="32503" y="360865"/>
                  </a:lnTo>
                  <a:cubicBezTo>
                    <a:pt x="111474" y="381654"/>
                    <a:pt x="193703" y="392181"/>
                    <a:pt x="277328" y="392181"/>
                  </a:cubicBezTo>
                  <a:cubicBezTo>
                    <a:pt x="360953" y="392181"/>
                    <a:pt x="443182" y="381654"/>
                    <a:pt x="522152" y="360865"/>
                  </a:cubicBezTo>
                  <a:lnTo>
                    <a:pt x="522152" y="463662"/>
                  </a:lnTo>
                  <a:lnTo>
                    <a:pt x="522152" y="463662"/>
                  </a:lnTo>
                  <a:close/>
                  <a:moveTo>
                    <a:pt x="522152" y="327254"/>
                  </a:moveTo>
                  <a:cubicBezTo>
                    <a:pt x="489881" y="336089"/>
                    <a:pt x="456990" y="343148"/>
                    <a:pt x="423555" y="348392"/>
                  </a:cubicBezTo>
                  <a:lnTo>
                    <a:pt x="423555" y="308730"/>
                  </a:lnTo>
                  <a:cubicBezTo>
                    <a:pt x="423555" y="212023"/>
                    <a:pt x="398576" y="128402"/>
                    <a:pt x="359789" y="79215"/>
                  </a:cubicBezTo>
                  <a:cubicBezTo>
                    <a:pt x="454353" y="112981"/>
                    <a:pt x="522152" y="203110"/>
                    <a:pt x="522152" y="308730"/>
                  </a:cubicBezTo>
                  <a:lnTo>
                    <a:pt x="522152" y="32725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7" name="Google Shape;337;p40"/>
          <p:cNvGrpSpPr/>
          <p:nvPr/>
        </p:nvGrpSpPr>
        <p:grpSpPr>
          <a:xfrm>
            <a:off x="4833961" y="1523680"/>
            <a:ext cx="376777" cy="242854"/>
            <a:chOff x="11210627" y="2423803"/>
            <a:chExt cx="554655" cy="357506"/>
          </a:xfrm>
        </p:grpSpPr>
        <p:sp>
          <p:nvSpPr>
            <p:cNvPr id="338" name="Google Shape;338;p40"/>
            <p:cNvSpPr/>
            <p:nvPr/>
          </p:nvSpPr>
          <p:spPr>
            <a:xfrm>
              <a:off x="11266635" y="2501226"/>
              <a:ext cx="247616" cy="182585"/>
            </a:xfrm>
            <a:custGeom>
              <a:avLst/>
              <a:gdLst/>
              <a:ahLst/>
              <a:cxnLst/>
              <a:rect l="l" t="t" r="r" b="b"/>
              <a:pathLst>
                <a:path w="247616" h="182585" extrusionOk="0">
                  <a:moveTo>
                    <a:pt x="140099" y="97498"/>
                  </a:moveTo>
                  <a:lnTo>
                    <a:pt x="91304" y="0"/>
                  </a:lnTo>
                  <a:lnTo>
                    <a:pt x="0" y="182585"/>
                  </a:lnTo>
                  <a:lnTo>
                    <a:pt x="247616" y="182585"/>
                  </a:lnTo>
                  <a:lnTo>
                    <a:pt x="172525" y="32502"/>
                  </a:lnTo>
                  <a:lnTo>
                    <a:pt x="140099" y="97498"/>
                  </a:lnTo>
                  <a:close/>
                  <a:moveTo>
                    <a:pt x="52595" y="150083"/>
                  </a:moveTo>
                  <a:lnTo>
                    <a:pt x="91304" y="72668"/>
                  </a:lnTo>
                  <a:lnTo>
                    <a:pt x="121869" y="133832"/>
                  </a:lnTo>
                  <a:lnTo>
                    <a:pt x="113801" y="150083"/>
                  </a:lnTo>
                  <a:lnTo>
                    <a:pt x="52595" y="150083"/>
                  </a:lnTo>
                  <a:close/>
                  <a:moveTo>
                    <a:pt x="150106" y="150083"/>
                  </a:moveTo>
                  <a:lnTo>
                    <a:pt x="172525" y="105170"/>
                  </a:lnTo>
                  <a:lnTo>
                    <a:pt x="195021" y="150083"/>
                  </a:lnTo>
                  <a:lnTo>
                    <a:pt x="150106" y="15008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40"/>
            <p:cNvSpPr/>
            <p:nvPr/>
          </p:nvSpPr>
          <p:spPr>
            <a:xfrm>
              <a:off x="11210627" y="2423803"/>
              <a:ext cx="554655" cy="357506"/>
            </a:xfrm>
            <a:custGeom>
              <a:avLst/>
              <a:gdLst/>
              <a:ahLst/>
              <a:cxnLst/>
              <a:rect l="l" t="t" r="r" b="b"/>
              <a:pathLst>
                <a:path w="554655" h="357506" extrusionOk="0">
                  <a:moveTo>
                    <a:pt x="375925" y="357507"/>
                  </a:moveTo>
                  <a:cubicBezTo>
                    <a:pt x="474444" y="357507"/>
                    <a:pt x="554656" y="277322"/>
                    <a:pt x="554656" y="178753"/>
                  </a:cubicBezTo>
                  <a:cubicBezTo>
                    <a:pt x="554656" y="80185"/>
                    <a:pt x="474522" y="0"/>
                    <a:pt x="375925" y="0"/>
                  </a:cubicBezTo>
                  <a:cubicBezTo>
                    <a:pt x="369641" y="0"/>
                    <a:pt x="41812" y="0"/>
                    <a:pt x="0" y="0"/>
                  </a:cubicBezTo>
                  <a:lnTo>
                    <a:pt x="0" y="357499"/>
                  </a:lnTo>
                  <a:lnTo>
                    <a:pt x="375925" y="357499"/>
                  </a:lnTo>
                  <a:close/>
                  <a:moveTo>
                    <a:pt x="375925" y="32510"/>
                  </a:moveTo>
                  <a:cubicBezTo>
                    <a:pt x="456525" y="32510"/>
                    <a:pt x="522152" y="98119"/>
                    <a:pt x="522152" y="178761"/>
                  </a:cubicBezTo>
                  <a:cubicBezTo>
                    <a:pt x="522152" y="259403"/>
                    <a:pt x="456525" y="325012"/>
                    <a:pt x="375925" y="325012"/>
                  </a:cubicBezTo>
                  <a:cubicBezTo>
                    <a:pt x="370494" y="325012"/>
                    <a:pt x="365064" y="324702"/>
                    <a:pt x="359634" y="324105"/>
                  </a:cubicBezTo>
                  <a:lnTo>
                    <a:pt x="359634" y="224714"/>
                  </a:lnTo>
                  <a:cubicBezTo>
                    <a:pt x="364754" y="226521"/>
                    <a:pt x="370185" y="227506"/>
                    <a:pt x="375925" y="227506"/>
                  </a:cubicBezTo>
                  <a:cubicBezTo>
                    <a:pt x="402766" y="227506"/>
                    <a:pt x="424641" y="205639"/>
                    <a:pt x="424641" y="178753"/>
                  </a:cubicBezTo>
                  <a:cubicBezTo>
                    <a:pt x="424641" y="151867"/>
                    <a:pt x="402843" y="130000"/>
                    <a:pt x="375925" y="130000"/>
                  </a:cubicBezTo>
                  <a:cubicBezTo>
                    <a:pt x="370262" y="130000"/>
                    <a:pt x="364754" y="130993"/>
                    <a:pt x="359634" y="132793"/>
                  </a:cubicBezTo>
                  <a:lnTo>
                    <a:pt x="359634" y="33402"/>
                  </a:lnTo>
                  <a:cubicBezTo>
                    <a:pt x="365064" y="32820"/>
                    <a:pt x="370494" y="32510"/>
                    <a:pt x="375925" y="32510"/>
                  </a:cubicBezTo>
                  <a:close/>
                  <a:moveTo>
                    <a:pt x="359634" y="178761"/>
                  </a:moveTo>
                  <a:cubicBezTo>
                    <a:pt x="359634" y="169802"/>
                    <a:pt x="366926" y="162510"/>
                    <a:pt x="375925" y="162510"/>
                  </a:cubicBezTo>
                  <a:cubicBezTo>
                    <a:pt x="384846" y="162510"/>
                    <a:pt x="392138" y="169802"/>
                    <a:pt x="392138" y="178761"/>
                  </a:cubicBezTo>
                  <a:cubicBezTo>
                    <a:pt x="392138" y="187720"/>
                    <a:pt x="384846" y="195012"/>
                    <a:pt x="375925" y="195012"/>
                  </a:cubicBezTo>
                  <a:cubicBezTo>
                    <a:pt x="366926" y="195012"/>
                    <a:pt x="359634" y="187720"/>
                    <a:pt x="359634" y="178761"/>
                  </a:cubicBezTo>
                  <a:close/>
                  <a:moveTo>
                    <a:pt x="327131" y="325005"/>
                  </a:moveTo>
                  <a:lnTo>
                    <a:pt x="32503" y="325005"/>
                  </a:lnTo>
                  <a:lnTo>
                    <a:pt x="32503" y="32502"/>
                  </a:lnTo>
                  <a:lnTo>
                    <a:pt x="327131" y="32502"/>
                  </a:lnTo>
                  <a:lnTo>
                    <a:pt x="327131" y="32500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0" name="Google Shape;340;p40"/>
          <p:cNvGrpSpPr/>
          <p:nvPr/>
        </p:nvGrpSpPr>
        <p:grpSpPr>
          <a:xfrm>
            <a:off x="716635" y="1457450"/>
            <a:ext cx="376777" cy="376791"/>
            <a:chOff x="11210627" y="1431515"/>
            <a:chExt cx="554655" cy="554675"/>
          </a:xfrm>
        </p:grpSpPr>
        <p:sp>
          <p:nvSpPr>
            <p:cNvPr id="341" name="Google Shape;341;p40"/>
            <p:cNvSpPr/>
            <p:nvPr/>
          </p:nvSpPr>
          <p:spPr>
            <a:xfrm>
              <a:off x="11471664" y="1856190"/>
              <a:ext cx="97510" cy="32502"/>
            </a:xfrm>
            <a:custGeom>
              <a:avLst/>
              <a:gdLst/>
              <a:ahLst/>
              <a:cxnLst/>
              <a:rect l="l" t="t" r="r" b="b"/>
              <a:pathLst>
                <a:path w="97510" h="32502" extrusionOk="0">
                  <a:moveTo>
                    <a:pt x="0" y="0"/>
                  </a:moveTo>
                  <a:lnTo>
                    <a:pt x="97511" y="0"/>
                  </a:lnTo>
                  <a:lnTo>
                    <a:pt x="97511" y="32502"/>
                  </a:lnTo>
                  <a:lnTo>
                    <a:pt x="0" y="325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40"/>
            <p:cNvSpPr/>
            <p:nvPr/>
          </p:nvSpPr>
          <p:spPr>
            <a:xfrm>
              <a:off x="11471664" y="1726189"/>
              <a:ext cx="97510" cy="32501"/>
            </a:xfrm>
            <a:custGeom>
              <a:avLst/>
              <a:gdLst/>
              <a:ahLst/>
              <a:cxnLst/>
              <a:rect l="l" t="t" r="r" b="b"/>
              <a:pathLst>
                <a:path w="97510" h="32501" extrusionOk="0">
                  <a:moveTo>
                    <a:pt x="0" y="0"/>
                  </a:moveTo>
                  <a:lnTo>
                    <a:pt x="97511" y="0"/>
                  </a:lnTo>
                  <a:lnTo>
                    <a:pt x="97511" y="32502"/>
                  </a:lnTo>
                  <a:lnTo>
                    <a:pt x="0" y="325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40"/>
            <p:cNvSpPr/>
            <p:nvPr/>
          </p:nvSpPr>
          <p:spPr>
            <a:xfrm>
              <a:off x="11210627" y="1431515"/>
              <a:ext cx="554655" cy="554675"/>
            </a:xfrm>
            <a:custGeom>
              <a:avLst/>
              <a:gdLst/>
              <a:ahLst/>
              <a:cxnLst/>
              <a:rect l="l" t="t" r="r" b="b"/>
              <a:pathLst>
                <a:path w="554655" h="554675" extrusionOk="0">
                  <a:moveTo>
                    <a:pt x="32503" y="197176"/>
                  </a:moveTo>
                  <a:lnTo>
                    <a:pt x="130014" y="197176"/>
                  </a:lnTo>
                  <a:lnTo>
                    <a:pt x="130014" y="522173"/>
                  </a:lnTo>
                  <a:lnTo>
                    <a:pt x="162518" y="522173"/>
                  </a:lnTo>
                  <a:lnTo>
                    <a:pt x="162518" y="554675"/>
                  </a:lnTo>
                  <a:lnTo>
                    <a:pt x="195021" y="554675"/>
                  </a:lnTo>
                  <a:lnTo>
                    <a:pt x="195021" y="522173"/>
                  </a:lnTo>
                  <a:lnTo>
                    <a:pt x="424641" y="522173"/>
                  </a:lnTo>
                  <a:lnTo>
                    <a:pt x="424641" y="554675"/>
                  </a:lnTo>
                  <a:lnTo>
                    <a:pt x="457145" y="554675"/>
                  </a:lnTo>
                  <a:lnTo>
                    <a:pt x="457145" y="522173"/>
                  </a:lnTo>
                  <a:lnTo>
                    <a:pt x="489649" y="522173"/>
                  </a:lnTo>
                  <a:lnTo>
                    <a:pt x="489649" y="386929"/>
                  </a:lnTo>
                  <a:lnTo>
                    <a:pt x="554656" y="360935"/>
                  </a:lnTo>
                  <a:lnTo>
                    <a:pt x="542554" y="330760"/>
                  </a:lnTo>
                  <a:lnTo>
                    <a:pt x="489649" y="351922"/>
                  </a:lnTo>
                  <a:lnTo>
                    <a:pt x="489649" y="256929"/>
                  </a:lnTo>
                  <a:lnTo>
                    <a:pt x="554656" y="230927"/>
                  </a:lnTo>
                  <a:lnTo>
                    <a:pt x="542632" y="200752"/>
                  </a:lnTo>
                  <a:lnTo>
                    <a:pt x="489649" y="221921"/>
                  </a:lnTo>
                  <a:lnTo>
                    <a:pt x="489649" y="99670"/>
                  </a:lnTo>
                  <a:lnTo>
                    <a:pt x="130014" y="99670"/>
                  </a:lnTo>
                  <a:lnTo>
                    <a:pt x="130014" y="164666"/>
                  </a:lnTo>
                  <a:lnTo>
                    <a:pt x="65007" y="164666"/>
                  </a:lnTo>
                  <a:lnTo>
                    <a:pt x="65007" y="132164"/>
                  </a:lnTo>
                  <a:lnTo>
                    <a:pt x="97511" y="132164"/>
                  </a:lnTo>
                  <a:lnTo>
                    <a:pt x="97511" y="0"/>
                  </a:lnTo>
                  <a:lnTo>
                    <a:pt x="0" y="0"/>
                  </a:lnTo>
                  <a:lnTo>
                    <a:pt x="0" y="132164"/>
                  </a:lnTo>
                  <a:lnTo>
                    <a:pt x="32503" y="132164"/>
                  </a:lnTo>
                  <a:lnTo>
                    <a:pt x="32503" y="197176"/>
                  </a:lnTo>
                  <a:close/>
                  <a:moveTo>
                    <a:pt x="457145" y="262172"/>
                  </a:moveTo>
                  <a:lnTo>
                    <a:pt x="457145" y="359671"/>
                  </a:lnTo>
                  <a:lnTo>
                    <a:pt x="162518" y="359671"/>
                  </a:lnTo>
                  <a:lnTo>
                    <a:pt x="162518" y="262172"/>
                  </a:lnTo>
                  <a:lnTo>
                    <a:pt x="457145" y="262172"/>
                  </a:lnTo>
                  <a:close/>
                  <a:moveTo>
                    <a:pt x="293619" y="229671"/>
                  </a:moveTo>
                  <a:lnTo>
                    <a:pt x="293619" y="197169"/>
                  </a:lnTo>
                  <a:lnTo>
                    <a:pt x="408428" y="197169"/>
                  </a:lnTo>
                  <a:cubicBezTo>
                    <a:pt x="426736" y="197169"/>
                    <a:pt x="443569" y="191103"/>
                    <a:pt x="457145" y="180871"/>
                  </a:cubicBezTo>
                  <a:lnTo>
                    <a:pt x="457145" y="229663"/>
                  </a:lnTo>
                  <a:lnTo>
                    <a:pt x="293619" y="229663"/>
                  </a:lnTo>
                  <a:close/>
                  <a:moveTo>
                    <a:pt x="162518" y="489671"/>
                  </a:moveTo>
                  <a:lnTo>
                    <a:pt x="162518" y="392173"/>
                  </a:lnTo>
                  <a:lnTo>
                    <a:pt x="457145" y="392173"/>
                  </a:lnTo>
                  <a:lnTo>
                    <a:pt x="457145" y="489671"/>
                  </a:lnTo>
                  <a:lnTo>
                    <a:pt x="162518" y="489671"/>
                  </a:lnTo>
                  <a:close/>
                  <a:moveTo>
                    <a:pt x="454353" y="132172"/>
                  </a:moveTo>
                  <a:cubicBezTo>
                    <a:pt x="447681" y="151084"/>
                    <a:pt x="429606" y="164674"/>
                    <a:pt x="408428" y="164674"/>
                  </a:cubicBezTo>
                  <a:lnTo>
                    <a:pt x="261037" y="164674"/>
                  </a:lnTo>
                  <a:lnTo>
                    <a:pt x="261037" y="229678"/>
                  </a:lnTo>
                  <a:lnTo>
                    <a:pt x="162518" y="229678"/>
                  </a:lnTo>
                  <a:lnTo>
                    <a:pt x="162518" y="132180"/>
                  </a:lnTo>
                  <a:lnTo>
                    <a:pt x="454353" y="132180"/>
                  </a:lnTo>
                  <a:close/>
                  <a:moveTo>
                    <a:pt x="32503" y="32510"/>
                  </a:moveTo>
                  <a:lnTo>
                    <a:pt x="65007" y="32510"/>
                  </a:lnTo>
                  <a:lnTo>
                    <a:pt x="65007" y="99678"/>
                  </a:lnTo>
                  <a:lnTo>
                    <a:pt x="32503" y="99678"/>
                  </a:lnTo>
                  <a:lnTo>
                    <a:pt x="32503" y="3251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2"/>
          <p:cNvSpPr txBox="1">
            <a:spLocks noGrp="1"/>
          </p:cNvSpPr>
          <p:nvPr>
            <p:ph type="subTitle" idx="1"/>
          </p:nvPr>
        </p:nvSpPr>
        <p:spPr>
          <a:xfrm>
            <a:off x="5004849" y="1671183"/>
            <a:ext cx="3189000" cy="29055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solidFill>
                  <a:schemeClr val="bg1">
                    <a:lumMod val="1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프로젝트를 진행하면서 자료들이 분산되어 있고</a:t>
            </a:r>
            <a:r>
              <a:rPr lang="en-US" altLang="ko-KR" dirty="0">
                <a:solidFill>
                  <a:schemeClr val="bg1">
                    <a:lumMod val="1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dirty="0">
                <a:solidFill>
                  <a:schemeClr val="bg1">
                    <a:lumMod val="1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사용하는 도구들도 제 각각이다 보니 작업 효율이 떨어지고 불편함이 많았습니다</a:t>
            </a:r>
            <a:r>
              <a:rPr lang="en-US" altLang="ko-KR" dirty="0">
                <a:solidFill>
                  <a:schemeClr val="bg1">
                    <a:lumMod val="1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bg1">
                  <a:lumMod val="10000"/>
                </a:scheme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solidFill>
                  <a:schemeClr val="bg1">
                    <a:lumMod val="1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이런 문제를 해결하기 위해</a:t>
            </a:r>
            <a:r>
              <a:rPr lang="en-US" altLang="ko-KR" dirty="0">
                <a:solidFill>
                  <a:schemeClr val="bg1">
                    <a:lumMod val="1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</a:t>
            </a:r>
            <a:r>
              <a:rPr lang="ko-KR" altLang="en-US" sz="300" dirty="0">
                <a:solidFill>
                  <a:schemeClr val="bg1">
                    <a:lumMod val="1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　</a:t>
            </a:r>
            <a:r>
              <a:rPr lang="ko-KR" altLang="en-US" dirty="0">
                <a:solidFill>
                  <a:schemeClr val="bg1">
                    <a:lumMod val="1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자료와 도구를 한 곳에 통합하여 프로젝트를 관리하고 협업할 수 있는 공간이 있었으면 좋겠다는 생각이 들었습니다</a:t>
            </a:r>
            <a:r>
              <a:rPr lang="en-US" altLang="ko-KR" dirty="0">
                <a:solidFill>
                  <a:schemeClr val="bg1">
                    <a:lumMod val="1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bg1">
                  <a:lumMod val="10000"/>
                </a:scheme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solidFill>
                  <a:schemeClr val="bg1">
                    <a:lumMod val="1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그 결과</a:t>
            </a:r>
            <a:r>
              <a:rPr lang="en-US" altLang="ko-KR" dirty="0">
                <a:solidFill>
                  <a:schemeClr val="bg1">
                    <a:lumMod val="1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dirty="0">
                <a:solidFill>
                  <a:schemeClr val="bg1">
                    <a:lumMod val="1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하나의 플랫폼에서 효율적으로 작업할 수 있는 협업 도구를 만들어보자는 취지로 본 프로젝트 주제를 선정하게 되었습니다</a:t>
            </a:r>
            <a:r>
              <a:rPr lang="en-US" altLang="ko-KR" dirty="0">
                <a:solidFill>
                  <a:schemeClr val="bg1">
                    <a:lumMod val="1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  <a:endParaRPr dirty="0">
              <a:solidFill>
                <a:schemeClr val="bg1">
                  <a:lumMod val="10000"/>
                </a:scheme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70" name="Google Shape;370;p42"/>
          <p:cNvSpPr txBox="1">
            <a:spLocks noGrp="1"/>
          </p:cNvSpPr>
          <p:nvPr>
            <p:ph type="title" idx="2"/>
          </p:nvPr>
        </p:nvSpPr>
        <p:spPr>
          <a:xfrm>
            <a:off x="5004849" y="391788"/>
            <a:ext cx="3408574" cy="76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프로젝트 개요</a:t>
            </a:r>
            <a:endParaRPr sz="3000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371" name="Google Shape;371;p42"/>
          <p:cNvSpPr txBox="1">
            <a:spLocks noGrp="1"/>
          </p:cNvSpPr>
          <p:nvPr>
            <p:ph type="subTitle" idx="3"/>
          </p:nvPr>
        </p:nvSpPr>
        <p:spPr>
          <a:xfrm>
            <a:off x="5004848" y="1120632"/>
            <a:ext cx="3667811" cy="5505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주제 선정 이유</a:t>
            </a:r>
            <a:endParaRPr sz="25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cxnSp>
        <p:nvCxnSpPr>
          <p:cNvPr id="374" name="Google Shape;374;p42"/>
          <p:cNvCxnSpPr/>
          <p:nvPr/>
        </p:nvCxnSpPr>
        <p:spPr>
          <a:xfrm>
            <a:off x="4623849" y="768063"/>
            <a:ext cx="0" cy="952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5" name="Google Shape;375;p42"/>
          <p:cNvCxnSpPr/>
          <p:nvPr/>
        </p:nvCxnSpPr>
        <p:spPr>
          <a:xfrm>
            <a:off x="4623849" y="3270513"/>
            <a:ext cx="0" cy="952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6" name="Google Shape;376;p42"/>
          <p:cNvCxnSpPr/>
          <p:nvPr/>
        </p:nvCxnSpPr>
        <p:spPr>
          <a:xfrm>
            <a:off x="4623849" y="2019288"/>
            <a:ext cx="0" cy="952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79" name="Google Shape;379;p42"/>
          <p:cNvPicPr preferRelativeResize="0"/>
          <p:nvPr/>
        </p:nvPicPr>
        <p:blipFill rotWithShape="1">
          <a:blip r:embed="rId3">
            <a:alphaModFix/>
          </a:blip>
          <a:srcRect l="3454" t="16880" r="3444" b="26702"/>
          <a:stretch/>
        </p:blipFill>
        <p:spPr>
          <a:xfrm>
            <a:off x="0" y="539501"/>
            <a:ext cx="2479526" cy="473475"/>
          </a:xfrm>
          <a:prstGeom prst="rect">
            <a:avLst/>
          </a:prstGeom>
          <a:noFill/>
          <a:ln>
            <a:noFill/>
          </a:ln>
          <a:effectLst>
            <a:outerShdw blurRad="428625" dist="133350" dir="2460000" algn="bl" rotWithShape="0">
              <a:schemeClr val="accent3"/>
            </a:outerShdw>
          </a:effectLst>
        </p:spPr>
      </p:pic>
      <p:pic>
        <p:nvPicPr>
          <p:cNvPr id="378" name="Google Shape;378;p42"/>
          <p:cNvPicPr preferRelativeResize="0"/>
          <p:nvPr/>
        </p:nvPicPr>
        <p:blipFill rotWithShape="1">
          <a:blip r:embed="rId3">
            <a:alphaModFix/>
          </a:blip>
          <a:srcRect l="74387" r="9032"/>
          <a:stretch/>
        </p:blipFill>
        <p:spPr>
          <a:xfrm>
            <a:off x="8723000" y="2971700"/>
            <a:ext cx="421000" cy="1570350"/>
          </a:xfrm>
          <a:prstGeom prst="rect">
            <a:avLst/>
          </a:prstGeom>
          <a:noFill/>
          <a:ln>
            <a:noFill/>
          </a:ln>
          <a:effectLst>
            <a:outerShdw blurRad="428625" dist="133350" dir="2460000" algn="bl" rotWithShape="0">
              <a:schemeClr val="accent3"/>
            </a:outerShdw>
          </a:effec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D8B1798E-16E5-3D25-0BF2-D6F4A12F54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630" y="1120632"/>
            <a:ext cx="4253719" cy="3112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기능 구성</a:t>
            </a:r>
            <a:endParaRPr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5D6E3F0-0752-EC1F-C629-4C2BEEBFAF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8080409"/>
              </p:ext>
            </p:extLst>
          </p:nvPr>
        </p:nvGraphicFramePr>
        <p:xfrm>
          <a:off x="720000" y="1058972"/>
          <a:ext cx="7703998" cy="35328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623">
                  <a:extLst>
                    <a:ext uri="{9D8B030D-6E8A-4147-A177-3AD203B41FA5}">
                      <a16:colId xmlns:a16="http://schemas.microsoft.com/office/drawing/2014/main" val="457603233"/>
                    </a:ext>
                  </a:extLst>
                </a:gridCol>
                <a:gridCol w="3599121">
                  <a:extLst>
                    <a:ext uri="{9D8B030D-6E8A-4147-A177-3AD203B41FA5}">
                      <a16:colId xmlns:a16="http://schemas.microsoft.com/office/drawing/2014/main" val="402033112"/>
                    </a:ext>
                  </a:extLst>
                </a:gridCol>
                <a:gridCol w="2629254">
                  <a:extLst>
                    <a:ext uri="{9D8B030D-6E8A-4147-A177-3AD203B41FA5}">
                      <a16:colId xmlns:a16="http://schemas.microsoft.com/office/drawing/2014/main" val="1818666117"/>
                    </a:ext>
                  </a:extLst>
                </a:gridCol>
              </a:tblGrid>
              <a:tr h="5358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기능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gradFill flip="none" rotWithShape="1">
                      <a:gsLst>
                        <a:gs pos="50000">
                          <a:srgbClr val="6098DC"/>
                        </a:gs>
                        <a:gs pos="75000">
                          <a:srgbClr val="5C74D1"/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기능 목록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gradFill flip="none" rotWithShape="1">
                      <a:gsLst>
                        <a:gs pos="11000">
                          <a:srgbClr val="6098DC"/>
                        </a:gs>
                        <a:gs pos="28000">
                          <a:srgbClr val="5B6DCF"/>
                        </a:gs>
                        <a:gs pos="71000">
                          <a:srgbClr val="5C74D1"/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추후 확장 계획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gradFill flip="none" rotWithShape="1">
                      <a:gsLst>
                        <a:gs pos="28000">
                          <a:srgbClr val="5B6DCF"/>
                        </a:gs>
                        <a:gs pos="54000">
                          <a:srgbClr val="5C74D1"/>
                        </a:gs>
                        <a:gs pos="79000">
                          <a:srgbClr val="6099DC"/>
                        </a:gs>
                      </a:gsLst>
                      <a:lin ang="27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69489765"/>
                  </a:ext>
                </a:extLst>
              </a:tr>
              <a:tr h="5358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회원가입 및 로그인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사용자 계정 생성 및 인증</a:t>
                      </a:r>
                      <a:endParaRPr lang="en-US" altLang="ko-KR" sz="1000" dirty="0"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  <a:p>
                      <a:pPr algn="ctr" latinLnBrk="1"/>
                      <a:r>
                        <a:rPr lang="en-US" altLang="ko-KR" sz="1000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JWT </a:t>
                      </a:r>
                      <a:r>
                        <a:rPr lang="ko-KR" altLang="en-US" sz="1000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기반 로그인 및 세션 관리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해당 없음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1D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0814733"/>
                  </a:ext>
                </a:extLst>
              </a:tr>
              <a:tr h="5358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마이 페이지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내 정보 확인</a:t>
                      </a:r>
                      <a:r>
                        <a:rPr lang="en-US" altLang="ko-KR" sz="1000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,</a:t>
                      </a:r>
                      <a:r>
                        <a:rPr lang="ko-KR" altLang="en-US" sz="1000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 수정</a:t>
                      </a:r>
                      <a:r>
                        <a:rPr lang="en-US" altLang="ko-KR" sz="1000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, </a:t>
                      </a:r>
                      <a:r>
                        <a:rPr lang="ko-KR" altLang="en-US" sz="1000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탈퇴</a:t>
                      </a:r>
                      <a:endParaRPr lang="en-US" altLang="ko-KR" sz="1000" dirty="0"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  <a:p>
                      <a:pPr algn="ctr" latinLnBrk="1"/>
                      <a:r>
                        <a:rPr lang="ko-KR" altLang="en-US" sz="1000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참여 프로젝트 및 생성 문서 확인</a:t>
                      </a:r>
                      <a:endParaRPr lang="en-US" altLang="ko-KR" sz="1000" dirty="0"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해당 없음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A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19250"/>
                  </a:ext>
                </a:extLst>
              </a:tr>
              <a:tr h="5358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메인 기능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실시간 음성 통화</a:t>
                      </a:r>
                      <a:endParaRPr lang="en-US" altLang="ko-KR" sz="1000" dirty="0"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  <a:p>
                      <a:pPr algn="ctr" latinLnBrk="1"/>
                      <a:r>
                        <a:rPr lang="ko-KR" altLang="en-US" sz="1000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문서 공동 편집</a:t>
                      </a:r>
                      <a:endParaRPr lang="en-US" altLang="ko-KR" sz="1000" dirty="0"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  <a:p>
                      <a:pPr algn="ctr" latinLnBrk="1"/>
                      <a:r>
                        <a:rPr lang="ko-KR" altLang="en-US" sz="1000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프로젝트별 파일 업로드 및 정리</a:t>
                      </a:r>
                      <a:endParaRPr lang="en-US" altLang="ko-KR" sz="1000" dirty="0"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  <a:p>
                      <a:pPr algn="ctr" latinLnBrk="1"/>
                      <a:r>
                        <a:rPr lang="ko-KR" altLang="en-US" sz="1000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마우스 커서 실시간 공유</a:t>
                      </a:r>
                      <a:endParaRPr lang="en-US" altLang="ko-KR" sz="1000" dirty="0"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  <a:p>
                      <a:pPr algn="ctr" latinLnBrk="1"/>
                      <a:r>
                        <a:rPr lang="ko-KR" altLang="en-US" sz="1000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채팅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작업 목록</a:t>
                      </a:r>
                      <a:r>
                        <a:rPr lang="en-US" altLang="ko-KR" sz="1000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(To-do) </a:t>
                      </a:r>
                      <a:r>
                        <a:rPr lang="ko-KR" altLang="en-US" sz="1000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관리 및 상태 변경</a:t>
                      </a:r>
                      <a:endParaRPr lang="en-US" altLang="ko-KR" sz="1000" dirty="0"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  <a:p>
                      <a:pPr algn="ctr" latinLnBrk="1"/>
                      <a:r>
                        <a:rPr lang="ko-KR" altLang="en-US" sz="1000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문서 버전 관리 및 댓글 기능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1D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0170047"/>
                  </a:ext>
                </a:extLst>
              </a:tr>
              <a:tr h="5358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관리자 기능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팀원 초대</a:t>
                      </a:r>
                      <a:r>
                        <a:rPr lang="en-US" altLang="ko-KR" sz="1000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/</a:t>
                      </a:r>
                      <a:r>
                        <a:rPr lang="ko-KR" altLang="en-US" sz="1000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삭제</a:t>
                      </a:r>
                      <a:endParaRPr lang="en-US" altLang="ko-KR" sz="1000" dirty="0"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  <a:p>
                      <a:pPr algn="ctr" latinLnBrk="1"/>
                      <a:r>
                        <a:rPr lang="ko-KR" altLang="en-US" sz="1000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사용자 권한 관리</a:t>
                      </a:r>
                      <a:r>
                        <a:rPr lang="en-US" altLang="ko-KR" sz="1000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(</a:t>
                      </a:r>
                      <a:r>
                        <a:rPr lang="ko-KR" altLang="en-US" sz="1000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읽기</a:t>
                      </a:r>
                      <a:r>
                        <a:rPr lang="en-US" altLang="ko-KR" sz="1000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, </a:t>
                      </a:r>
                      <a:r>
                        <a:rPr lang="ko-KR" altLang="en-US" sz="1000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쓰기</a:t>
                      </a:r>
                      <a:r>
                        <a:rPr lang="en-US" altLang="ko-KR" sz="1000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, </a:t>
                      </a:r>
                      <a:r>
                        <a:rPr lang="ko-KR" altLang="en-US" sz="1000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관리자 권한 등</a:t>
                      </a:r>
                      <a:r>
                        <a:rPr lang="en-US" altLang="ko-KR" sz="1000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)</a:t>
                      </a:r>
                      <a:endParaRPr lang="ko-KR" altLang="en-US" sz="1000" dirty="0"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프로젝트별 세분화된 접근 제어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A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8637510"/>
                  </a:ext>
                </a:extLst>
              </a:tr>
              <a:tr h="5358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부가 기능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해당 없음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실시간 알림 및 활동 로그</a:t>
                      </a:r>
                      <a:endParaRPr lang="en-US" altLang="ko-KR" sz="1000" dirty="0"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1D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489449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개발 환경 및 도구</a:t>
            </a:r>
            <a:endParaRPr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291" name="Google Shape;291;p39"/>
          <p:cNvSpPr txBox="1">
            <a:spLocks noGrp="1"/>
          </p:cNvSpPr>
          <p:nvPr>
            <p:ph type="subTitle" idx="4"/>
          </p:nvPr>
        </p:nvSpPr>
        <p:spPr>
          <a:xfrm>
            <a:off x="1283207" y="1564300"/>
            <a:ext cx="1302968" cy="30821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dirty="0" err="1">
                <a:solidFill>
                  <a:schemeClr val="bg1">
                    <a:lumMod val="10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프론트엔드</a:t>
            </a:r>
            <a:endParaRPr sz="1700" dirty="0">
              <a:solidFill>
                <a:schemeClr val="bg1">
                  <a:lumMod val="10000"/>
                </a:schemeClr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293" name="Google Shape;293;p39"/>
          <p:cNvSpPr txBox="1">
            <a:spLocks noGrp="1"/>
          </p:cNvSpPr>
          <p:nvPr>
            <p:ph type="subTitle" idx="1"/>
          </p:nvPr>
        </p:nvSpPr>
        <p:spPr>
          <a:xfrm>
            <a:off x="2950307" y="1518118"/>
            <a:ext cx="2323657" cy="3082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React</a:t>
            </a:r>
            <a:endParaRPr sz="10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94" name="Google Shape;294;p39"/>
          <p:cNvSpPr txBox="1">
            <a:spLocks noGrp="1"/>
          </p:cNvSpPr>
          <p:nvPr>
            <p:ph type="subTitle" idx="2"/>
          </p:nvPr>
        </p:nvSpPr>
        <p:spPr>
          <a:xfrm>
            <a:off x="2950307" y="1945533"/>
            <a:ext cx="2323657" cy="3082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Axios</a:t>
            </a:r>
            <a:endParaRPr sz="10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95" name="Google Shape;295;p39"/>
          <p:cNvSpPr txBox="1">
            <a:spLocks noGrp="1"/>
          </p:cNvSpPr>
          <p:nvPr>
            <p:ph type="subTitle" idx="3"/>
          </p:nvPr>
        </p:nvSpPr>
        <p:spPr>
          <a:xfrm>
            <a:off x="2950307" y="2372911"/>
            <a:ext cx="2323657" cy="3082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Socket.IO-client</a:t>
            </a:r>
            <a:endParaRPr sz="10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cxnSp>
        <p:nvCxnSpPr>
          <p:cNvPr id="308" name="Google Shape;308;p39"/>
          <p:cNvCxnSpPr>
            <a:cxnSpLocks/>
          </p:cNvCxnSpPr>
          <p:nvPr/>
        </p:nvCxnSpPr>
        <p:spPr>
          <a:xfrm>
            <a:off x="999655" y="1564300"/>
            <a:ext cx="0" cy="30821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Google Shape;293;p39">
            <a:extLst>
              <a:ext uri="{FF2B5EF4-FFF2-40B4-BE49-F238E27FC236}">
                <a16:creationId xmlns:a16="http://schemas.microsoft.com/office/drawing/2014/main" id="{32B06852-D3C6-CECE-6B91-2B2AA582B8B1}"/>
              </a:ext>
            </a:extLst>
          </p:cNvPr>
          <p:cNvSpPr txBox="1">
            <a:spLocks/>
          </p:cNvSpPr>
          <p:nvPr/>
        </p:nvSpPr>
        <p:spPr>
          <a:xfrm>
            <a:off x="2950307" y="2797386"/>
            <a:ext cx="2323657" cy="308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/>
            <a:r>
              <a:rPr lang="en-US" altLang="ko-KR" sz="1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Zustand</a:t>
            </a:r>
            <a:endParaRPr lang="ko-KR" altLang="en-US" sz="10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8" name="Google Shape;294;p39">
            <a:extLst>
              <a:ext uri="{FF2B5EF4-FFF2-40B4-BE49-F238E27FC236}">
                <a16:creationId xmlns:a16="http://schemas.microsoft.com/office/drawing/2014/main" id="{08DEB0E8-F1BF-40EC-570E-6DE5FA946930}"/>
              </a:ext>
            </a:extLst>
          </p:cNvPr>
          <p:cNvSpPr txBox="1">
            <a:spLocks/>
          </p:cNvSpPr>
          <p:nvPr/>
        </p:nvSpPr>
        <p:spPr>
          <a:xfrm>
            <a:off x="2950307" y="3224801"/>
            <a:ext cx="2323657" cy="308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/>
            <a:r>
              <a:rPr lang="en-US" altLang="ko-KR" sz="1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TailwindCSS</a:t>
            </a:r>
            <a:endParaRPr lang="ko-KR" altLang="en-US" sz="10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7" name="Google Shape;293;p39">
            <a:extLst>
              <a:ext uri="{FF2B5EF4-FFF2-40B4-BE49-F238E27FC236}">
                <a16:creationId xmlns:a16="http://schemas.microsoft.com/office/drawing/2014/main" id="{FE5F3E4C-D6D1-FF27-40BB-A1FFB83F4065}"/>
              </a:ext>
            </a:extLst>
          </p:cNvPr>
          <p:cNvSpPr txBox="1">
            <a:spLocks/>
          </p:cNvSpPr>
          <p:nvPr/>
        </p:nvSpPr>
        <p:spPr>
          <a:xfrm>
            <a:off x="5393716" y="1518118"/>
            <a:ext cx="3750284" cy="308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/>
            <a:r>
              <a:rPr lang="ko-KR" altLang="en-US" sz="1000" dirty="0">
                <a:solidFill>
                  <a:schemeClr val="bg1">
                    <a:lumMod val="1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사용자 인터페이스 개발</a:t>
            </a:r>
          </a:p>
        </p:txBody>
      </p:sp>
      <p:sp>
        <p:nvSpPr>
          <p:cNvPr id="18" name="Google Shape;294;p39">
            <a:extLst>
              <a:ext uri="{FF2B5EF4-FFF2-40B4-BE49-F238E27FC236}">
                <a16:creationId xmlns:a16="http://schemas.microsoft.com/office/drawing/2014/main" id="{4CD9A5A6-243A-BD01-6117-5DE01A6E2DA8}"/>
              </a:ext>
            </a:extLst>
          </p:cNvPr>
          <p:cNvSpPr txBox="1">
            <a:spLocks/>
          </p:cNvSpPr>
          <p:nvPr/>
        </p:nvSpPr>
        <p:spPr>
          <a:xfrm>
            <a:off x="5393716" y="1945533"/>
            <a:ext cx="3750284" cy="308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/>
            <a:r>
              <a:rPr lang="en-US" altLang="ko-KR" sz="1000" dirty="0">
                <a:solidFill>
                  <a:schemeClr val="bg1">
                    <a:lumMod val="1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HTTP </a:t>
            </a:r>
            <a:r>
              <a:rPr lang="ko-KR" altLang="en-US" sz="1000" dirty="0">
                <a:solidFill>
                  <a:schemeClr val="bg1">
                    <a:lumMod val="1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요청 처리</a:t>
            </a:r>
          </a:p>
        </p:txBody>
      </p:sp>
      <p:sp>
        <p:nvSpPr>
          <p:cNvPr id="19" name="Google Shape;295;p39">
            <a:extLst>
              <a:ext uri="{FF2B5EF4-FFF2-40B4-BE49-F238E27FC236}">
                <a16:creationId xmlns:a16="http://schemas.microsoft.com/office/drawing/2014/main" id="{1AAD3F48-97C8-BA1E-384F-4810529AAB71}"/>
              </a:ext>
            </a:extLst>
          </p:cNvPr>
          <p:cNvSpPr txBox="1">
            <a:spLocks/>
          </p:cNvSpPr>
          <p:nvPr/>
        </p:nvSpPr>
        <p:spPr>
          <a:xfrm>
            <a:off x="5393716" y="2372911"/>
            <a:ext cx="3750284" cy="308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/>
            <a:r>
              <a:rPr lang="ko-KR" altLang="en-US" sz="1000" dirty="0">
                <a:solidFill>
                  <a:schemeClr val="bg1">
                    <a:lumMod val="1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실시간 양방향 통신</a:t>
            </a:r>
          </a:p>
        </p:txBody>
      </p:sp>
      <p:sp>
        <p:nvSpPr>
          <p:cNvPr id="20" name="Google Shape;293;p39">
            <a:extLst>
              <a:ext uri="{FF2B5EF4-FFF2-40B4-BE49-F238E27FC236}">
                <a16:creationId xmlns:a16="http://schemas.microsoft.com/office/drawing/2014/main" id="{744E2812-7EA2-68C6-63D8-8E173CA9A5F3}"/>
              </a:ext>
            </a:extLst>
          </p:cNvPr>
          <p:cNvSpPr txBox="1">
            <a:spLocks/>
          </p:cNvSpPr>
          <p:nvPr/>
        </p:nvSpPr>
        <p:spPr>
          <a:xfrm>
            <a:off x="5393716" y="2797386"/>
            <a:ext cx="3750284" cy="308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/>
            <a:r>
              <a:rPr lang="ko-KR" altLang="en-US" sz="1000" dirty="0">
                <a:solidFill>
                  <a:schemeClr val="bg1">
                    <a:lumMod val="1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로그인</a:t>
            </a:r>
            <a:r>
              <a:rPr lang="en-US" altLang="ko-KR" sz="1000" dirty="0">
                <a:solidFill>
                  <a:schemeClr val="bg1">
                    <a:lumMod val="1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, </a:t>
            </a:r>
            <a:r>
              <a:rPr lang="ko-KR" altLang="en-US" sz="1000" dirty="0">
                <a:solidFill>
                  <a:schemeClr val="bg1">
                    <a:lumMod val="1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문서 상태 등 전역 정보 관리</a:t>
            </a:r>
          </a:p>
        </p:txBody>
      </p:sp>
      <p:sp>
        <p:nvSpPr>
          <p:cNvPr id="21" name="Google Shape;294;p39">
            <a:extLst>
              <a:ext uri="{FF2B5EF4-FFF2-40B4-BE49-F238E27FC236}">
                <a16:creationId xmlns:a16="http://schemas.microsoft.com/office/drawing/2014/main" id="{8BFE9BA1-7DC1-50CC-E43D-92A67AA06CF1}"/>
              </a:ext>
            </a:extLst>
          </p:cNvPr>
          <p:cNvSpPr txBox="1">
            <a:spLocks/>
          </p:cNvSpPr>
          <p:nvPr/>
        </p:nvSpPr>
        <p:spPr>
          <a:xfrm>
            <a:off x="5393716" y="3224801"/>
            <a:ext cx="3750284" cy="308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/>
            <a:r>
              <a:rPr lang="en-US" altLang="ko-KR" sz="1000" dirty="0">
                <a:solidFill>
                  <a:schemeClr val="bg1">
                    <a:lumMod val="1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UI </a:t>
            </a:r>
            <a:r>
              <a:rPr lang="ko-KR" altLang="en-US" sz="1000" dirty="0">
                <a:solidFill>
                  <a:schemeClr val="bg1">
                    <a:lumMod val="1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스타일링 및 컴포넌트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>
          <a:extLst>
            <a:ext uri="{FF2B5EF4-FFF2-40B4-BE49-F238E27FC236}">
              <a16:creationId xmlns:a16="http://schemas.microsoft.com/office/drawing/2014/main" id="{2453338C-1E1B-D172-6EC8-07CF34978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9">
            <a:extLst>
              <a:ext uri="{FF2B5EF4-FFF2-40B4-BE49-F238E27FC236}">
                <a16:creationId xmlns:a16="http://schemas.microsoft.com/office/drawing/2014/main" id="{BC3CB5E4-39FC-3A92-4B5B-0CD2DE0F97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개발 환경 및 도구</a:t>
            </a:r>
            <a:endParaRPr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291" name="Google Shape;291;p39">
            <a:extLst>
              <a:ext uri="{FF2B5EF4-FFF2-40B4-BE49-F238E27FC236}">
                <a16:creationId xmlns:a16="http://schemas.microsoft.com/office/drawing/2014/main" id="{B4380827-6B5B-9EE3-E637-37A70EF51CAE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1283207" y="1564300"/>
            <a:ext cx="1302968" cy="30821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dirty="0" err="1">
                <a:solidFill>
                  <a:schemeClr val="bg1">
                    <a:lumMod val="10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백엔드</a:t>
            </a:r>
            <a:endParaRPr sz="1700" dirty="0">
              <a:solidFill>
                <a:schemeClr val="bg1">
                  <a:lumMod val="10000"/>
                </a:schemeClr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293" name="Google Shape;293;p39">
            <a:extLst>
              <a:ext uri="{FF2B5EF4-FFF2-40B4-BE49-F238E27FC236}">
                <a16:creationId xmlns:a16="http://schemas.microsoft.com/office/drawing/2014/main" id="{0FC0DA60-84ED-CE92-7A78-5487A8BD782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950307" y="1518118"/>
            <a:ext cx="2323657" cy="3082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Spring Boot</a:t>
            </a:r>
            <a:endParaRPr sz="10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94" name="Google Shape;294;p39">
            <a:extLst>
              <a:ext uri="{FF2B5EF4-FFF2-40B4-BE49-F238E27FC236}">
                <a16:creationId xmlns:a16="http://schemas.microsoft.com/office/drawing/2014/main" id="{6363AA66-26E3-62E5-DEE1-4B30873B90C1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2950307" y="1945533"/>
            <a:ext cx="2323657" cy="3082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PostgreSQL</a:t>
            </a:r>
            <a:endParaRPr sz="10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95" name="Google Shape;295;p39">
            <a:extLst>
              <a:ext uri="{FF2B5EF4-FFF2-40B4-BE49-F238E27FC236}">
                <a16:creationId xmlns:a16="http://schemas.microsoft.com/office/drawing/2014/main" id="{52ADD93D-F2BB-5E7D-7052-08BE17562191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2950307" y="2372911"/>
            <a:ext cx="2323657" cy="3082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Spring Security + JWT</a:t>
            </a:r>
            <a:endParaRPr sz="10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cxnSp>
        <p:nvCxnSpPr>
          <p:cNvPr id="308" name="Google Shape;308;p39">
            <a:extLst>
              <a:ext uri="{FF2B5EF4-FFF2-40B4-BE49-F238E27FC236}">
                <a16:creationId xmlns:a16="http://schemas.microsoft.com/office/drawing/2014/main" id="{13BBBFC7-E1DA-5605-1D70-B3A2C464198F}"/>
              </a:ext>
            </a:extLst>
          </p:cNvPr>
          <p:cNvCxnSpPr>
            <a:cxnSpLocks/>
          </p:cNvCxnSpPr>
          <p:nvPr/>
        </p:nvCxnSpPr>
        <p:spPr>
          <a:xfrm>
            <a:off x="999655" y="1564300"/>
            <a:ext cx="0" cy="30821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Google Shape;293;p39">
            <a:extLst>
              <a:ext uri="{FF2B5EF4-FFF2-40B4-BE49-F238E27FC236}">
                <a16:creationId xmlns:a16="http://schemas.microsoft.com/office/drawing/2014/main" id="{7708233D-D699-4247-36AD-700EBC1F69F0}"/>
              </a:ext>
            </a:extLst>
          </p:cNvPr>
          <p:cNvSpPr txBox="1">
            <a:spLocks/>
          </p:cNvSpPr>
          <p:nvPr/>
        </p:nvSpPr>
        <p:spPr>
          <a:xfrm>
            <a:off x="2950307" y="2797386"/>
            <a:ext cx="2323657" cy="308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/>
            <a:r>
              <a:rPr lang="en-US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JPA (Hibernate)</a:t>
            </a:r>
            <a:endParaRPr lang="ko-KR" altLang="en-US" sz="10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8" name="Google Shape;294;p39">
            <a:extLst>
              <a:ext uri="{FF2B5EF4-FFF2-40B4-BE49-F238E27FC236}">
                <a16:creationId xmlns:a16="http://schemas.microsoft.com/office/drawing/2014/main" id="{CC94E009-27EB-FF8B-1CAE-BA929C643B67}"/>
              </a:ext>
            </a:extLst>
          </p:cNvPr>
          <p:cNvSpPr txBox="1">
            <a:spLocks/>
          </p:cNvSpPr>
          <p:nvPr/>
        </p:nvSpPr>
        <p:spPr>
          <a:xfrm>
            <a:off x="2950307" y="3224801"/>
            <a:ext cx="2323657" cy="308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/>
            <a:r>
              <a:rPr lang="en-US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WebSocket</a:t>
            </a:r>
            <a:endParaRPr lang="ko-KR" altLang="en-US" sz="10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7" name="Google Shape;293;p39">
            <a:extLst>
              <a:ext uri="{FF2B5EF4-FFF2-40B4-BE49-F238E27FC236}">
                <a16:creationId xmlns:a16="http://schemas.microsoft.com/office/drawing/2014/main" id="{A02DA7B9-9BD0-38E3-835E-2085206E38B3}"/>
              </a:ext>
            </a:extLst>
          </p:cNvPr>
          <p:cNvSpPr txBox="1">
            <a:spLocks/>
          </p:cNvSpPr>
          <p:nvPr/>
        </p:nvSpPr>
        <p:spPr>
          <a:xfrm>
            <a:off x="5393716" y="1518118"/>
            <a:ext cx="3750284" cy="308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/>
            <a:r>
              <a:rPr lang="ko-KR" altLang="en-US" sz="1000" dirty="0">
                <a:solidFill>
                  <a:schemeClr val="bg1">
                    <a:lumMod val="1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서버 구축 및 </a:t>
            </a:r>
            <a:r>
              <a:rPr lang="en-US" altLang="ko-KR" sz="1000" dirty="0">
                <a:solidFill>
                  <a:schemeClr val="bg1">
                    <a:lumMod val="1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API </a:t>
            </a:r>
            <a:r>
              <a:rPr lang="ko-KR" altLang="en-US" sz="1000" dirty="0">
                <a:solidFill>
                  <a:schemeClr val="bg1">
                    <a:lumMod val="1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개발</a:t>
            </a:r>
          </a:p>
        </p:txBody>
      </p:sp>
      <p:sp>
        <p:nvSpPr>
          <p:cNvPr id="18" name="Google Shape;294;p39">
            <a:extLst>
              <a:ext uri="{FF2B5EF4-FFF2-40B4-BE49-F238E27FC236}">
                <a16:creationId xmlns:a16="http://schemas.microsoft.com/office/drawing/2014/main" id="{65DFCD04-DA08-CBBE-32A6-99C7CDD15FA5}"/>
              </a:ext>
            </a:extLst>
          </p:cNvPr>
          <p:cNvSpPr txBox="1">
            <a:spLocks/>
          </p:cNvSpPr>
          <p:nvPr/>
        </p:nvSpPr>
        <p:spPr>
          <a:xfrm>
            <a:off x="5393716" y="1945533"/>
            <a:ext cx="3750284" cy="308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/>
            <a:r>
              <a:rPr lang="ko-KR" altLang="en-US" sz="1000" dirty="0">
                <a:solidFill>
                  <a:schemeClr val="bg1">
                    <a:lumMod val="1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데이터베이스 관리</a:t>
            </a:r>
          </a:p>
        </p:txBody>
      </p:sp>
      <p:sp>
        <p:nvSpPr>
          <p:cNvPr id="19" name="Google Shape;295;p39">
            <a:extLst>
              <a:ext uri="{FF2B5EF4-FFF2-40B4-BE49-F238E27FC236}">
                <a16:creationId xmlns:a16="http://schemas.microsoft.com/office/drawing/2014/main" id="{8A5F3F01-6407-EF52-D403-06CFE33F8B5D}"/>
              </a:ext>
            </a:extLst>
          </p:cNvPr>
          <p:cNvSpPr txBox="1">
            <a:spLocks/>
          </p:cNvSpPr>
          <p:nvPr/>
        </p:nvSpPr>
        <p:spPr>
          <a:xfrm>
            <a:off x="5393716" y="2372911"/>
            <a:ext cx="3750284" cy="308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/>
            <a:r>
              <a:rPr lang="ko-KR" altLang="en-US" sz="1000" dirty="0">
                <a:solidFill>
                  <a:schemeClr val="bg1">
                    <a:lumMod val="1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사용자 인증 및 권한 관리</a:t>
            </a:r>
          </a:p>
        </p:txBody>
      </p:sp>
      <p:sp>
        <p:nvSpPr>
          <p:cNvPr id="20" name="Google Shape;293;p39">
            <a:extLst>
              <a:ext uri="{FF2B5EF4-FFF2-40B4-BE49-F238E27FC236}">
                <a16:creationId xmlns:a16="http://schemas.microsoft.com/office/drawing/2014/main" id="{32567092-B4D1-4E6F-4975-332AE39E3559}"/>
              </a:ext>
            </a:extLst>
          </p:cNvPr>
          <p:cNvSpPr txBox="1">
            <a:spLocks/>
          </p:cNvSpPr>
          <p:nvPr/>
        </p:nvSpPr>
        <p:spPr>
          <a:xfrm>
            <a:off x="5393716" y="2797386"/>
            <a:ext cx="3750284" cy="308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/>
            <a:r>
              <a:rPr lang="en-US" altLang="ko-KR" sz="1000" dirty="0">
                <a:solidFill>
                  <a:schemeClr val="bg1">
                    <a:lumMod val="1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ORM</a:t>
            </a:r>
            <a:r>
              <a:rPr lang="ko-KR" altLang="en-US" sz="1000" dirty="0">
                <a:solidFill>
                  <a:schemeClr val="bg1">
                    <a:lumMod val="1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으로 </a:t>
            </a:r>
            <a:r>
              <a:rPr lang="en-US" altLang="ko-KR" sz="1000" dirty="0">
                <a:solidFill>
                  <a:schemeClr val="bg1">
                    <a:lumMod val="1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DB</a:t>
            </a:r>
            <a:r>
              <a:rPr lang="ko-KR" altLang="en-US" sz="1000" dirty="0">
                <a:solidFill>
                  <a:schemeClr val="bg1">
                    <a:lumMod val="1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 연동</a:t>
            </a:r>
          </a:p>
        </p:txBody>
      </p:sp>
      <p:sp>
        <p:nvSpPr>
          <p:cNvPr id="21" name="Google Shape;294;p39">
            <a:extLst>
              <a:ext uri="{FF2B5EF4-FFF2-40B4-BE49-F238E27FC236}">
                <a16:creationId xmlns:a16="http://schemas.microsoft.com/office/drawing/2014/main" id="{196FC923-FA4A-474C-6E65-885A70E2970B}"/>
              </a:ext>
            </a:extLst>
          </p:cNvPr>
          <p:cNvSpPr txBox="1">
            <a:spLocks/>
          </p:cNvSpPr>
          <p:nvPr/>
        </p:nvSpPr>
        <p:spPr>
          <a:xfrm>
            <a:off x="5393716" y="3224801"/>
            <a:ext cx="3750284" cy="308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/>
            <a:r>
              <a:rPr lang="ko-KR" altLang="en-US" sz="1000" dirty="0">
                <a:solidFill>
                  <a:schemeClr val="bg1">
                    <a:lumMod val="1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실시간 통신</a:t>
            </a:r>
          </a:p>
        </p:txBody>
      </p:sp>
    </p:spTree>
    <p:extLst>
      <p:ext uri="{BB962C8B-B14F-4D97-AF65-F5344CB8AC3E}">
        <p14:creationId xmlns:p14="http://schemas.microsoft.com/office/powerpoint/2010/main" val="1984593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>
          <a:extLst>
            <a:ext uri="{FF2B5EF4-FFF2-40B4-BE49-F238E27FC236}">
              <a16:creationId xmlns:a16="http://schemas.microsoft.com/office/drawing/2014/main" id="{51E643AD-D08F-6959-4DAA-95380591E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9">
            <a:extLst>
              <a:ext uri="{FF2B5EF4-FFF2-40B4-BE49-F238E27FC236}">
                <a16:creationId xmlns:a16="http://schemas.microsoft.com/office/drawing/2014/main" id="{77598603-1EA7-2716-48B2-8FA00783DC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개발 환경 및 도구</a:t>
            </a:r>
            <a:endParaRPr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291" name="Google Shape;291;p39">
            <a:extLst>
              <a:ext uri="{FF2B5EF4-FFF2-40B4-BE49-F238E27FC236}">
                <a16:creationId xmlns:a16="http://schemas.microsoft.com/office/drawing/2014/main" id="{0DC2BB95-CECD-D44C-FA39-9DA9E9F4498A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1283207" y="1564300"/>
            <a:ext cx="1800236" cy="30821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dirty="0">
                <a:solidFill>
                  <a:schemeClr val="bg1">
                    <a:lumMod val="10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협업 및 개발도구</a:t>
            </a:r>
            <a:endParaRPr sz="1700" dirty="0">
              <a:solidFill>
                <a:schemeClr val="bg1">
                  <a:lumMod val="10000"/>
                </a:schemeClr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293" name="Google Shape;293;p39">
            <a:extLst>
              <a:ext uri="{FF2B5EF4-FFF2-40B4-BE49-F238E27FC236}">
                <a16:creationId xmlns:a16="http://schemas.microsoft.com/office/drawing/2014/main" id="{4B69B39D-997A-884D-53F2-C3EACE1555F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280144" y="1518118"/>
            <a:ext cx="1993820" cy="3082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GitHub</a:t>
            </a:r>
            <a:endParaRPr sz="10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94" name="Google Shape;294;p39">
            <a:extLst>
              <a:ext uri="{FF2B5EF4-FFF2-40B4-BE49-F238E27FC236}">
                <a16:creationId xmlns:a16="http://schemas.microsoft.com/office/drawing/2014/main" id="{6D7C98C9-85AF-0BB4-82F7-1E9789466E41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280144" y="1945533"/>
            <a:ext cx="1993820" cy="3082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Postman</a:t>
            </a:r>
            <a:endParaRPr sz="10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95" name="Google Shape;295;p39">
            <a:extLst>
              <a:ext uri="{FF2B5EF4-FFF2-40B4-BE49-F238E27FC236}">
                <a16:creationId xmlns:a16="http://schemas.microsoft.com/office/drawing/2014/main" id="{24CC8AE3-82A0-4AE4-AA52-A96736615D2C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280144" y="2372911"/>
            <a:ext cx="1993820" cy="3082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Docker</a:t>
            </a:r>
            <a:endParaRPr sz="10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cxnSp>
        <p:nvCxnSpPr>
          <p:cNvPr id="308" name="Google Shape;308;p39">
            <a:extLst>
              <a:ext uri="{FF2B5EF4-FFF2-40B4-BE49-F238E27FC236}">
                <a16:creationId xmlns:a16="http://schemas.microsoft.com/office/drawing/2014/main" id="{88D487DE-1BB3-2386-4F75-B68CAB8F0DA7}"/>
              </a:ext>
            </a:extLst>
          </p:cNvPr>
          <p:cNvCxnSpPr>
            <a:cxnSpLocks/>
          </p:cNvCxnSpPr>
          <p:nvPr/>
        </p:nvCxnSpPr>
        <p:spPr>
          <a:xfrm>
            <a:off x="999655" y="1564300"/>
            <a:ext cx="0" cy="30821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Google Shape;293;p39">
            <a:extLst>
              <a:ext uri="{FF2B5EF4-FFF2-40B4-BE49-F238E27FC236}">
                <a16:creationId xmlns:a16="http://schemas.microsoft.com/office/drawing/2014/main" id="{CF17F05E-55F0-A92A-40AB-4E8AB9E2E393}"/>
              </a:ext>
            </a:extLst>
          </p:cNvPr>
          <p:cNvSpPr txBox="1">
            <a:spLocks/>
          </p:cNvSpPr>
          <p:nvPr/>
        </p:nvSpPr>
        <p:spPr>
          <a:xfrm>
            <a:off x="3280144" y="2797386"/>
            <a:ext cx="1993820" cy="308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/>
            <a:r>
              <a:rPr lang="en-US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AWS</a:t>
            </a:r>
            <a:endParaRPr lang="ko-KR" altLang="en-US" sz="10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7" name="Google Shape;293;p39">
            <a:extLst>
              <a:ext uri="{FF2B5EF4-FFF2-40B4-BE49-F238E27FC236}">
                <a16:creationId xmlns:a16="http://schemas.microsoft.com/office/drawing/2014/main" id="{FFD92D3A-99B1-6E44-C42A-BC69547959C7}"/>
              </a:ext>
            </a:extLst>
          </p:cNvPr>
          <p:cNvSpPr txBox="1">
            <a:spLocks/>
          </p:cNvSpPr>
          <p:nvPr/>
        </p:nvSpPr>
        <p:spPr>
          <a:xfrm>
            <a:off x="5393716" y="1518118"/>
            <a:ext cx="3750284" cy="308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/>
            <a:r>
              <a:rPr lang="ko-KR" altLang="en-US" sz="1000" dirty="0">
                <a:solidFill>
                  <a:schemeClr val="bg1">
                    <a:lumMod val="1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버전 관리 및 협업</a:t>
            </a:r>
          </a:p>
        </p:txBody>
      </p:sp>
      <p:sp>
        <p:nvSpPr>
          <p:cNvPr id="18" name="Google Shape;294;p39">
            <a:extLst>
              <a:ext uri="{FF2B5EF4-FFF2-40B4-BE49-F238E27FC236}">
                <a16:creationId xmlns:a16="http://schemas.microsoft.com/office/drawing/2014/main" id="{5B0DD28D-019B-EC45-263E-AF0BB3C778EA}"/>
              </a:ext>
            </a:extLst>
          </p:cNvPr>
          <p:cNvSpPr txBox="1">
            <a:spLocks/>
          </p:cNvSpPr>
          <p:nvPr/>
        </p:nvSpPr>
        <p:spPr>
          <a:xfrm>
            <a:off x="5393716" y="1945533"/>
            <a:ext cx="3750284" cy="308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/>
            <a:r>
              <a:rPr lang="en-US" altLang="ko-KR" sz="1000" dirty="0">
                <a:solidFill>
                  <a:schemeClr val="bg1">
                    <a:lumMod val="1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API </a:t>
            </a:r>
            <a:r>
              <a:rPr lang="ko-KR" altLang="en-US" sz="1000" dirty="0">
                <a:solidFill>
                  <a:schemeClr val="bg1">
                    <a:lumMod val="1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테스트</a:t>
            </a:r>
          </a:p>
        </p:txBody>
      </p:sp>
      <p:sp>
        <p:nvSpPr>
          <p:cNvPr id="19" name="Google Shape;295;p39">
            <a:extLst>
              <a:ext uri="{FF2B5EF4-FFF2-40B4-BE49-F238E27FC236}">
                <a16:creationId xmlns:a16="http://schemas.microsoft.com/office/drawing/2014/main" id="{C96513A4-1B61-AB99-9995-6DEE7C30DDD9}"/>
              </a:ext>
            </a:extLst>
          </p:cNvPr>
          <p:cNvSpPr txBox="1">
            <a:spLocks/>
          </p:cNvSpPr>
          <p:nvPr/>
        </p:nvSpPr>
        <p:spPr>
          <a:xfrm>
            <a:off x="5393716" y="2372911"/>
            <a:ext cx="3750284" cy="308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/>
            <a:r>
              <a:rPr lang="ko-KR" altLang="en-US" sz="1000" dirty="0">
                <a:solidFill>
                  <a:schemeClr val="bg1">
                    <a:lumMod val="1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개발 환경 컨테이너화</a:t>
            </a:r>
          </a:p>
        </p:txBody>
      </p:sp>
      <p:sp>
        <p:nvSpPr>
          <p:cNvPr id="20" name="Google Shape;293;p39">
            <a:extLst>
              <a:ext uri="{FF2B5EF4-FFF2-40B4-BE49-F238E27FC236}">
                <a16:creationId xmlns:a16="http://schemas.microsoft.com/office/drawing/2014/main" id="{CFE92C9A-82F9-1865-278B-91D34BA65082}"/>
              </a:ext>
            </a:extLst>
          </p:cNvPr>
          <p:cNvSpPr txBox="1">
            <a:spLocks/>
          </p:cNvSpPr>
          <p:nvPr/>
        </p:nvSpPr>
        <p:spPr>
          <a:xfrm>
            <a:off x="5393716" y="2797386"/>
            <a:ext cx="3750284" cy="308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/>
            <a:r>
              <a:rPr lang="ko-KR" altLang="en-US" sz="1000" dirty="0">
                <a:solidFill>
                  <a:schemeClr val="bg1">
                    <a:lumMod val="1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서버 호스팅</a:t>
            </a:r>
          </a:p>
        </p:txBody>
      </p:sp>
    </p:spTree>
    <p:extLst>
      <p:ext uri="{BB962C8B-B14F-4D97-AF65-F5344CB8AC3E}">
        <p14:creationId xmlns:p14="http://schemas.microsoft.com/office/powerpoint/2010/main" val="1867474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DA039A-CE63-40C5-A60C-FA1D6F633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결과물 예시 화면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EBC621B2-5908-CFEC-DAEC-9DFF49EBD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544" y="1228061"/>
            <a:ext cx="5197358" cy="3283856"/>
          </a:xfrm>
          <a:prstGeom prst="rect">
            <a:avLst/>
          </a:prstGeom>
        </p:spPr>
      </p:pic>
      <p:sp>
        <p:nvSpPr>
          <p:cNvPr id="26" name="제목 1">
            <a:extLst>
              <a:ext uri="{FF2B5EF4-FFF2-40B4-BE49-F238E27FC236}">
                <a16:creationId xmlns:a16="http://schemas.microsoft.com/office/drawing/2014/main" id="{5A6320E9-D82E-07DD-75F6-D245741E291B}"/>
              </a:ext>
            </a:extLst>
          </p:cNvPr>
          <p:cNvSpPr txBox="1">
            <a:spLocks/>
          </p:cNvSpPr>
          <p:nvPr/>
        </p:nvSpPr>
        <p:spPr>
          <a:xfrm>
            <a:off x="6103088" y="1228061"/>
            <a:ext cx="2320912" cy="3283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r>
              <a:rPr lang="ko-KR" altLang="en-US" sz="13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그룹 단위 작업 공간</a:t>
            </a:r>
            <a:endParaRPr lang="en-US" altLang="ko-KR" sz="13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endParaRPr lang="en-US" altLang="ko-KR" sz="13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ko-KR" altLang="en-US" sz="1000" dirty="0"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그룹 단위 작업 공간을 선택 후</a:t>
            </a:r>
            <a:endParaRPr lang="en-US" altLang="ko-KR" sz="1000" dirty="0">
              <a:latin typeface="G마켓 산스 TTF Light" panose="02000000000000000000" pitchFamily="2" charset="-127"/>
              <a:ea typeface="G마켓 산스 TTF Light" panose="02000000000000000000" pitchFamily="2" charset="-127"/>
            </a:endParaRPr>
          </a:p>
          <a:p>
            <a:r>
              <a:rPr lang="ko-KR" altLang="en-US" sz="1000" dirty="0"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가장 먼저 보이는 화면</a:t>
            </a:r>
            <a:endParaRPr lang="en-US" altLang="ko-KR" sz="1000" dirty="0">
              <a:latin typeface="G마켓 산스 TTF Light" panose="02000000000000000000" pitchFamily="2" charset="-127"/>
              <a:ea typeface="G마켓 산스 TTF Light" panose="02000000000000000000" pitchFamily="2" charset="-127"/>
            </a:endParaRPr>
          </a:p>
          <a:p>
            <a:endParaRPr lang="en-US" altLang="ko-KR" sz="1000" dirty="0">
              <a:latin typeface="G마켓 산스 TTF Light" panose="02000000000000000000" pitchFamily="2" charset="-127"/>
              <a:ea typeface="G마켓 산스 TTF Light" panose="02000000000000000000" pitchFamily="2" charset="-127"/>
            </a:endParaRPr>
          </a:p>
          <a:p>
            <a:r>
              <a:rPr lang="ko-KR" altLang="en-US" sz="1000" dirty="0"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어플리케이션 화면 분할 및</a:t>
            </a:r>
            <a:endParaRPr lang="en-US" altLang="ko-KR" sz="1000" dirty="0">
              <a:latin typeface="G마켓 산스 TTF Light" panose="02000000000000000000" pitchFamily="2" charset="-127"/>
              <a:ea typeface="G마켓 산스 TTF Light" panose="02000000000000000000" pitchFamily="2" charset="-127"/>
            </a:endParaRPr>
          </a:p>
          <a:p>
            <a:r>
              <a:rPr lang="ko-KR" altLang="en-US" sz="1000" dirty="0"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크기 조절 가능한 인터페이스</a:t>
            </a:r>
            <a:endParaRPr lang="en-US" altLang="ko-KR" sz="1000" dirty="0">
              <a:latin typeface="G마켓 산스 TTF Light" panose="02000000000000000000" pitchFamily="2" charset="-127"/>
              <a:ea typeface="G마켓 산스 TTF Light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235042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998E9-5546-9BA9-D1E8-D65E7CD98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5B4C8F-E800-A0A6-ECFC-7DC52B894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결과물 예시 화면</a:t>
            </a:r>
          </a:p>
        </p:txBody>
      </p:sp>
      <p:sp>
        <p:nvSpPr>
          <p:cNvPr id="17" name="제목 1">
            <a:extLst>
              <a:ext uri="{FF2B5EF4-FFF2-40B4-BE49-F238E27FC236}">
                <a16:creationId xmlns:a16="http://schemas.microsoft.com/office/drawing/2014/main" id="{CEC28D1E-C4C5-7E5C-9C83-799449F06315}"/>
              </a:ext>
            </a:extLst>
          </p:cNvPr>
          <p:cNvSpPr txBox="1">
            <a:spLocks/>
          </p:cNvSpPr>
          <p:nvPr/>
        </p:nvSpPr>
        <p:spPr>
          <a:xfrm>
            <a:off x="6103087" y="1228061"/>
            <a:ext cx="2320912" cy="3283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r>
              <a:rPr lang="ko-KR" altLang="en-US" sz="13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상세 정보 확인</a:t>
            </a:r>
            <a:endParaRPr lang="en-US" altLang="ko-KR" sz="13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endParaRPr lang="en-US" altLang="ko-KR" sz="1300" dirty="0">
              <a:latin typeface="G마켓 산스 TTF Light" panose="02000000000000000000" pitchFamily="2" charset="-127"/>
              <a:ea typeface="G마켓 산스 TTF Light" panose="02000000000000000000" pitchFamily="2" charset="-127"/>
            </a:endParaRPr>
          </a:p>
          <a:p>
            <a:r>
              <a:rPr lang="ko-KR" altLang="en-US" sz="1000" dirty="0"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오른쪽 상단에 현재 접속중인 유저의 간단한 프로필 사진 표시</a:t>
            </a:r>
            <a:endParaRPr lang="en-US" altLang="ko-KR" sz="1000" dirty="0">
              <a:latin typeface="G마켓 산스 TTF Light" panose="02000000000000000000" pitchFamily="2" charset="-127"/>
              <a:ea typeface="G마켓 산스 TTF Light" panose="02000000000000000000" pitchFamily="2" charset="-127"/>
            </a:endParaRPr>
          </a:p>
          <a:p>
            <a:endParaRPr lang="en-US" altLang="ko-KR" sz="1000" dirty="0">
              <a:latin typeface="G마켓 산스 TTF Light" panose="02000000000000000000" pitchFamily="2" charset="-127"/>
              <a:ea typeface="G마켓 산스 TTF Light" panose="02000000000000000000" pitchFamily="2" charset="-127"/>
            </a:endParaRPr>
          </a:p>
          <a:p>
            <a:r>
              <a:rPr lang="ko-KR" altLang="en-US" sz="1000" dirty="0"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버튼 클릭 시 접속중인 유저와 현재 작업 공간의 상세 정보 창이 열린다</a:t>
            </a:r>
            <a:r>
              <a:rPr lang="en-US" altLang="ko-KR" sz="1000" dirty="0"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.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111A2A3B-BD04-4D88-37BF-93421DE370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1228061"/>
            <a:ext cx="5197359" cy="3283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5298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8F216-2015-DB94-13B2-1301FA45B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DFFD44-153A-2CF4-4B5A-5D27212E0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결과물 예시 화면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7A081633-B783-6262-7E4C-BED65B8055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1228061"/>
            <a:ext cx="5197359" cy="3292388"/>
          </a:xfrm>
          <a:prstGeom prst="rect">
            <a:avLst/>
          </a:prstGeom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FA82F571-2731-48A1-7298-5AD5319096A7}"/>
              </a:ext>
            </a:extLst>
          </p:cNvPr>
          <p:cNvSpPr txBox="1">
            <a:spLocks/>
          </p:cNvSpPr>
          <p:nvPr/>
        </p:nvSpPr>
        <p:spPr>
          <a:xfrm>
            <a:off x="6103087" y="1228061"/>
            <a:ext cx="2320912" cy="3283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r>
              <a:rPr lang="ko-KR" altLang="en-US" sz="13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사이드 바 및 기타 기능</a:t>
            </a:r>
            <a:endParaRPr lang="en-US" altLang="ko-KR" sz="13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endParaRPr lang="en-US" altLang="ko-KR" sz="1300" dirty="0">
              <a:latin typeface="G마켓 산스 TTF Light" panose="02000000000000000000" pitchFamily="2" charset="-127"/>
              <a:ea typeface="G마켓 산스 TTF Light" panose="02000000000000000000" pitchFamily="2" charset="-127"/>
            </a:endParaRPr>
          </a:p>
          <a:p>
            <a:r>
              <a:rPr lang="ko-KR" altLang="en-US" sz="1000" dirty="0"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사이드 메뉴 상단</a:t>
            </a:r>
            <a:r>
              <a:rPr lang="en-US" altLang="ko-KR" sz="1000" dirty="0"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:</a:t>
            </a:r>
            <a:r>
              <a:rPr lang="ko-KR" altLang="en-US" sz="1000" dirty="0"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 어플리케이션 선택 및 인스턴스 목록</a:t>
            </a:r>
            <a:endParaRPr lang="en-US" altLang="ko-KR" sz="1000" dirty="0">
              <a:latin typeface="G마켓 산스 TTF Light" panose="02000000000000000000" pitchFamily="2" charset="-127"/>
              <a:ea typeface="G마켓 산스 TTF Light" panose="02000000000000000000" pitchFamily="2" charset="-127"/>
            </a:endParaRPr>
          </a:p>
          <a:p>
            <a:endParaRPr lang="en-US" altLang="ko-KR" sz="1000" dirty="0">
              <a:latin typeface="G마켓 산스 TTF Light" panose="02000000000000000000" pitchFamily="2" charset="-127"/>
              <a:ea typeface="G마켓 산스 TTF Light" panose="02000000000000000000" pitchFamily="2" charset="-127"/>
            </a:endParaRPr>
          </a:p>
          <a:p>
            <a:r>
              <a:rPr lang="ko-KR" altLang="en-US" sz="1000" dirty="0"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사이드 메뉴 하단</a:t>
            </a:r>
            <a:r>
              <a:rPr lang="en-US" altLang="ko-KR" sz="1000" dirty="0"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:</a:t>
            </a:r>
            <a:r>
              <a:rPr lang="ko-KR" altLang="en-US" sz="1000" dirty="0"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 작업 화면에서 나가기</a:t>
            </a:r>
            <a:r>
              <a:rPr lang="en-US" altLang="ko-KR" sz="1000" dirty="0"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, </a:t>
            </a:r>
            <a:r>
              <a:rPr lang="ko-KR" altLang="en-US" sz="1000" dirty="0" err="1"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음소거</a:t>
            </a:r>
            <a:r>
              <a:rPr lang="ko-KR" altLang="en-US" sz="1000" dirty="0"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 등 기타 유틸리티 버튼</a:t>
            </a:r>
            <a:endParaRPr lang="en-US" altLang="ko-KR" sz="1000" dirty="0">
              <a:latin typeface="G마켓 산스 TTF Light" panose="02000000000000000000" pitchFamily="2" charset="-127"/>
              <a:ea typeface="G마켓 산스 TTF Light" panose="02000000000000000000" pitchFamily="2" charset="-127"/>
            </a:endParaRPr>
          </a:p>
          <a:p>
            <a:endParaRPr lang="en-US" altLang="ko-KR" sz="1000" dirty="0">
              <a:latin typeface="G마켓 산스 TTF Light" panose="02000000000000000000" pitchFamily="2" charset="-127"/>
              <a:ea typeface="G마켓 산스 TTF Light" panose="02000000000000000000" pitchFamily="2" charset="-127"/>
            </a:endParaRPr>
          </a:p>
          <a:p>
            <a:r>
              <a:rPr lang="ko-KR" altLang="en-US" sz="1000" dirty="0"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작업 화면 내 왼쪽 상단</a:t>
            </a:r>
            <a:r>
              <a:rPr lang="en-US" altLang="ko-KR" sz="1000" dirty="0"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: </a:t>
            </a:r>
            <a:r>
              <a:rPr lang="ko-KR" altLang="en-US" sz="1000" dirty="0"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어플리케이션 조작 및 유틸리티버튼</a:t>
            </a:r>
            <a:endParaRPr lang="en-US" altLang="ko-KR" sz="1000" dirty="0">
              <a:latin typeface="G마켓 산스 TTF Light" panose="02000000000000000000" pitchFamily="2" charset="-127"/>
              <a:ea typeface="G마켓 산스 TTF Light" panose="02000000000000000000" pitchFamily="2" charset="-127"/>
            </a:endParaRPr>
          </a:p>
          <a:p>
            <a:endParaRPr lang="en-US" altLang="ko-KR" sz="1000" dirty="0">
              <a:latin typeface="G마켓 산스 TTF Light" panose="02000000000000000000" pitchFamily="2" charset="-127"/>
              <a:ea typeface="G마켓 산스 TTF Light" panose="02000000000000000000" pitchFamily="2" charset="-127"/>
            </a:endParaRPr>
          </a:p>
          <a:p>
            <a:r>
              <a:rPr lang="ko-KR" altLang="en-US" sz="1000" dirty="0"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상단</a:t>
            </a:r>
            <a:r>
              <a:rPr lang="en-US" altLang="ko-KR" sz="1000" dirty="0"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:</a:t>
            </a:r>
            <a:r>
              <a:rPr lang="ko-KR" altLang="en-US" sz="1000" dirty="0"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 주요 알림 및 경고 창</a:t>
            </a:r>
            <a:endParaRPr lang="en-US" altLang="ko-KR" sz="1000" dirty="0">
              <a:latin typeface="G마켓 산스 TTF Light" panose="02000000000000000000" pitchFamily="2" charset="-127"/>
              <a:ea typeface="G마켓 산스 TTF Light" panose="02000000000000000000" pitchFamily="2" charset="-127"/>
            </a:endParaRPr>
          </a:p>
          <a:p>
            <a:endParaRPr lang="en-US" altLang="ko-KR" sz="1000" dirty="0">
              <a:latin typeface="G마켓 산스 TTF Light" panose="02000000000000000000" pitchFamily="2" charset="-127"/>
              <a:ea typeface="G마켓 산스 TTF Light" panose="02000000000000000000" pitchFamily="2" charset="-127"/>
            </a:endParaRPr>
          </a:p>
          <a:p>
            <a:r>
              <a:rPr lang="ko-KR" altLang="en-US" sz="1000" dirty="0"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하단</a:t>
            </a:r>
            <a:r>
              <a:rPr lang="en-US" altLang="ko-KR" sz="1000" dirty="0"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: </a:t>
            </a:r>
            <a:r>
              <a:rPr lang="ko-KR" altLang="en-US" sz="1000" dirty="0"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기본 도구 및 어플리케이션 전용 도구 선택 바 </a:t>
            </a:r>
            <a:r>
              <a:rPr lang="en-US" altLang="ko-KR" sz="1000" dirty="0"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+ </a:t>
            </a:r>
            <a:r>
              <a:rPr lang="ko-KR" altLang="en-US" sz="1000" dirty="0"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상세 선택 창</a:t>
            </a:r>
            <a:endParaRPr lang="en-US" altLang="ko-KR" sz="1000" dirty="0">
              <a:latin typeface="G마켓 산스 TTF Light" panose="02000000000000000000" pitchFamily="2" charset="-127"/>
              <a:ea typeface="G마켓 산스 TTF Light" panose="02000000000000000000" pitchFamily="2" charset="-127"/>
            </a:endParaRPr>
          </a:p>
          <a:p>
            <a:endParaRPr lang="en-US" altLang="ko-KR" sz="1000" dirty="0">
              <a:latin typeface="G마켓 산스 TTF Light" panose="02000000000000000000" pitchFamily="2" charset="-127"/>
              <a:ea typeface="G마켓 산스 TTF Light" panose="02000000000000000000" pitchFamily="2" charset="-127"/>
            </a:endParaRPr>
          </a:p>
          <a:p>
            <a:r>
              <a:rPr lang="ko-KR" altLang="en-US" sz="1000" dirty="0"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우측 하단 버튼</a:t>
            </a:r>
            <a:r>
              <a:rPr lang="en-US" altLang="ko-KR" sz="1000" dirty="0"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: </a:t>
            </a:r>
            <a:r>
              <a:rPr lang="ko-KR" altLang="en-US" sz="1000" dirty="0"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그룹 채팅 방</a:t>
            </a:r>
            <a:endParaRPr lang="en-US" altLang="ko-KR" sz="1000" dirty="0">
              <a:latin typeface="G마켓 산스 TTF Light" panose="02000000000000000000" pitchFamily="2" charset="-127"/>
              <a:ea typeface="G마켓 산스 TTF Light" panose="02000000000000000000" pitchFamily="2" charset="-127"/>
            </a:endParaRPr>
          </a:p>
          <a:p>
            <a:endParaRPr lang="en-US" altLang="ko-KR" sz="1000" dirty="0">
              <a:latin typeface="G마켓 산스 TTF Light" panose="02000000000000000000" pitchFamily="2" charset="-127"/>
              <a:ea typeface="G마켓 산스 TTF Light" panose="02000000000000000000" pitchFamily="2" charset="-127"/>
            </a:endParaRPr>
          </a:p>
          <a:p>
            <a:endParaRPr lang="en-US" altLang="ko-KR" sz="1000" dirty="0">
              <a:latin typeface="G마켓 산스 TTF Light" panose="02000000000000000000" pitchFamily="2" charset="-127"/>
              <a:ea typeface="G마켓 산스 TTF Light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565269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6"/>
          <p:cNvSpPr txBox="1">
            <a:spLocks noGrp="1"/>
          </p:cNvSpPr>
          <p:nvPr>
            <p:ph type="subTitle" idx="1"/>
          </p:nvPr>
        </p:nvSpPr>
        <p:spPr>
          <a:xfrm>
            <a:off x="713225" y="1286760"/>
            <a:ext cx="4145700" cy="333237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Aft>
                <a:spcPts val="300"/>
              </a:spcAft>
              <a:buNone/>
            </a:pPr>
            <a:r>
              <a:rPr lang="ko-KR" altLang="en-US" sz="1800" b="1" dirty="0">
                <a:solidFill>
                  <a:schemeClr val="bg1">
                    <a:lumMod val="10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기대효과</a:t>
            </a:r>
            <a:endParaRPr lang="en-US" altLang="ko-KR" sz="1800" b="1" dirty="0">
              <a:solidFill>
                <a:schemeClr val="bg1">
                  <a:lumMod val="10000"/>
                </a:schemeClr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marL="360000" indent="-18000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프로젝트의 전체 구조와 진행 상황을 한눈에 파악할 수 있어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업무 관리의 효율성이 향상된다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360000" indent="-18000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자료를 체계적으로 정리함으로써 불필요한 정보 탐색 시간을 줄이고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작업 집중도를 높일 수 있다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360000" indent="-18000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협업 효율성과 정보 접근성이 향상되어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전반적인 작업 능률이 개선된다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>
              <a:spcAft>
                <a:spcPts val="300"/>
              </a:spcAft>
              <a:buNone/>
            </a:pPr>
            <a:r>
              <a:rPr lang="ko-KR" altLang="en-US" sz="1800" b="1" dirty="0">
                <a:solidFill>
                  <a:schemeClr val="bg1">
                    <a:lumMod val="10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활용방안</a:t>
            </a:r>
          </a:p>
          <a:p>
            <a:pPr marL="360000" indent="-180000">
              <a:buFont typeface="Arial" panose="020B0604020202020204" pitchFamily="34" charset="0"/>
              <a:buChar char="•"/>
            </a:pPr>
            <a:r>
              <a:rPr lang="ko-KR" altLang="en-US" sz="1300" b="1" dirty="0">
                <a:solidFill>
                  <a:schemeClr val="bg1">
                    <a:lumMod val="1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팀 프로젝트 협업 플랫폼으로 활용 가능</a:t>
            </a:r>
            <a:endParaRPr lang="en-US" altLang="ko-KR" sz="1300" b="1" dirty="0">
              <a:solidFill>
                <a:schemeClr val="bg1">
                  <a:lumMod val="10000"/>
                </a:scheme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180000" indent="0">
              <a:buNone/>
            </a:pPr>
            <a:r>
              <a:rPr lang="ko-KR" altLang="en-US" sz="1000" b="1" dirty="0">
                <a:solidFill>
                  <a:schemeClr val="bg1">
                    <a:lumMod val="1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  <a:sym typeface="Wingdings" panose="05000000000000000000" pitchFamily="2" charset="2"/>
              </a:rPr>
              <a:t>     문서 편집</a:t>
            </a:r>
            <a:r>
              <a:rPr lang="en-US" altLang="ko-KR" sz="1000" b="1" dirty="0">
                <a:solidFill>
                  <a:schemeClr val="bg1">
                    <a:lumMod val="1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  <a:sym typeface="Wingdings" panose="05000000000000000000" pitchFamily="2" charset="2"/>
              </a:rPr>
              <a:t>, </a:t>
            </a:r>
            <a:r>
              <a:rPr lang="ko-KR" altLang="en-US" sz="1000" b="1" dirty="0">
                <a:solidFill>
                  <a:schemeClr val="bg1">
                    <a:lumMod val="1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  <a:sym typeface="Wingdings" panose="05000000000000000000" pitchFamily="2" charset="2"/>
              </a:rPr>
              <a:t>파일 공유</a:t>
            </a:r>
            <a:r>
              <a:rPr lang="en-US" altLang="ko-KR" sz="1000" b="1" dirty="0">
                <a:solidFill>
                  <a:schemeClr val="bg1">
                    <a:lumMod val="1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  <a:sym typeface="Wingdings" panose="05000000000000000000" pitchFamily="2" charset="2"/>
              </a:rPr>
              <a:t>, </a:t>
            </a:r>
            <a:r>
              <a:rPr lang="ko-KR" altLang="en-US" sz="1000" b="1" dirty="0">
                <a:solidFill>
                  <a:schemeClr val="bg1">
                    <a:lumMod val="1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  <a:sym typeface="Wingdings" panose="05000000000000000000" pitchFamily="2" charset="2"/>
              </a:rPr>
              <a:t>음성 통화 등 다양한 협업 기능 제공</a:t>
            </a:r>
            <a:endParaRPr lang="en-US" altLang="ko-KR" sz="1000" b="1" dirty="0">
              <a:solidFill>
                <a:schemeClr val="bg1">
                  <a:lumMod val="10000"/>
                </a:schemeClr>
              </a:solidFill>
              <a:latin typeface="G마켓 산스 TTF Light" panose="02000000000000000000" pitchFamily="2" charset="-127"/>
              <a:ea typeface="G마켓 산스 TTF Light" panose="02000000000000000000" pitchFamily="2" charset="-127"/>
              <a:sym typeface="Wingdings" panose="05000000000000000000" pitchFamily="2" charset="2"/>
            </a:endParaRPr>
          </a:p>
          <a:p>
            <a:pPr marL="351450" indent="-171450">
              <a:buFont typeface="Wingdings" panose="05000000000000000000" pitchFamily="2" charset="2"/>
              <a:buChar char="à"/>
            </a:pPr>
            <a:endParaRPr lang="en-US" altLang="ko-KR" sz="1000" b="1" dirty="0">
              <a:solidFill>
                <a:schemeClr val="bg1">
                  <a:lumMod val="10000"/>
                </a:schemeClr>
              </a:solidFill>
              <a:latin typeface="G마켓 산스 TTF Light" panose="02000000000000000000" pitchFamily="2" charset="-127"/>
              <a:ea typeface="G마켓 산스 TTF Light" panose="02000000000000000000" pitchFamily="2" charset="-127"/>
            </a:endParaRPr>
          </a:p>
          <a:p>
            <a:pPr marL="360000" indent="-180000">
              <a:buFont typeface="Arial" panose="020B0604020202020204" pitchFamily="34" charset="0"/>
              <a:buChar char="•"/>
            </a:pPr>
            <a:r>
              <a:rPr lang="ko-KR" altLang="en-US" sz="1300" b="1" dirty="0">
                <a:solidFill>
                  <a:schemeClr val="bg1">
                    <a:lumMod val="1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과제</a:t>
            </a:r>
            <a:r>
              <a:rPr lang="en-US" altLang="ko-KR" sz="1300" b="1" dirty="0">
                <a:solidFill>
                  <a:schemeClr val="bg1">
                    <a:lumMod val="1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/</a:t>
            </a:r>
            <a:r>
              <a:rPr lang="ko-KR" altLang="en-US" sz="1300" b="1" dirty="0">
                <a:solidFill>
                  <a:schemeClr val="bg1">
                    <a:lumMod val="1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연구 프로젝트 자료 정리 공간으로 활용</a:t>
            </a:r>
            <a:endParaRPr lang="en-US" altLang="ko-KR" sz="1300" b="1" dirty="0">
              <a:solidFill>
                <a:schemeClr val="bg1">
                  <a:lumMod val="10000"/>
                </a:scheme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180000" indent="0">
              <a:buNone/>
            </a:pPr>
            <a:r>
              <a:rPr lang="en-US" altLang="ko-KR" sz="1000" b="1" dirty="0">
                <a:solidFill>
                  <a:schemeClr val="bg1">
                    <a:lumMod val="1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  <a:sym typeface="Wingdings" panose="05000000000000000000" pitchFamily="2" charset="2"/>
              </a:rPr>
              <a:t>     </a:t>
            </a:r>
            <a:r>
              <a:rPr lang="ko-KR" altLang="en-US" sz="1000" b="1" dirty="0">
                <a:solidFill>
                  <a:schemeClr val="bg1">
                    <a:lumMod val="1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  <a:sym typeface="Wingdings" panose="05000000000000000000" pitchFamily="2" charset="2"/>
              </a:rPr>
              <a:t>주제별로 자료를 분류하고 정리하여 협업 효율 증대</a:t>
            </a:r>
            <a:endParaRPr lang="en-US" altLang="ko-KR" sz="1000" b="1" dirty="0">
              <a:solidFill>
                <a:schemeClr val="bg1">
                  <a:lumMod val="10000"/>
                </a:schemeClr>
              </a:solidFill>
              <a:latin typeface="G마켓 산스 TTF Light" panose="02000000000000000000" pitchFamily="2" charset="-127"/>
              <a:ea typeface="G마켓 산스 TTF Light" panose="02000000000000000000" pitchFamily="2" charset="-127"/>
              <a:sym typeface="Wingdings" panose="05000000000000000000" pitchFamily="2" charset="2"/>
            </a:endParaRPr>
          </a:p>
          <a:p>
            <a:pPr marL="351450" indent="-171450">
              <a:buFont typeface="Wingdings" panose="05000000000000000000" pitchFamily="2" charset="2"/>
              <a:buChar char="à"/>
            </a:pPr>
            <a:endParaRPr lang="en-US" altLang="ko-KR" sz="1000" b="1" dirty="0">
              <a:solidFill>
                <a:schemeClr val="bg1">
                  <a:lumMod val="10000"/>
                </a:schemeClr>
              </a:solidFill>
              <a:latin typeface="G마켓 산스 TTF Light" panose="02000000000000000000" pitchFamily="2" charset="-127"/>
              <a:ea typeface="G마켓 산스 TTF Light" panose="02000000000000000000" pitchFamily="2" charset="-127"/>
            </a:endParaRPr>
          </a:p>
          <a:p>
            <a:pPr marL="360000" indent="-180000">
              <a:buFont typeface="Arial" panose="020B0604020202020204" pitchFamily="34" charset="0"/>
              <a:buChar char="•"/>
            </a:pPr>
            <a:r>
              <a:rPr lang="ko-KR" altLang="en-US" sz="1300" b="1" dirty="0">
                <a:solidFill>
                  <a:schemeClr val="bg1">
                    <a:lumMod val="1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소규모 조직 또는 동아리 내부 커뮤니케이션 도구로 사용</a:t>
            </a:r>
            <a:endParaRPr lang="en-US" altLang="ko-KR" sz="1300" b="1" dirty="0">
              <a:solidFill>
                <a:schemeClr val="bg1">
                  <a:lumMod val="10000"/>
                </a:scheme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180000" indent="0">
              <a:buNone/>
            </a:pPr>
            <a:r>
              <a:rPr lang="en-US" altLang="ko-KR" sz="1000" b="1" dirty="0">
                <a:solidFill>
                  <a:schemeClr val="bg1">
                    <a:lumMod val="1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  <a:sym typeface="Wingdings" panose="05000000000000000000" pitchFamily="2" charset="2"/>
              </a:rPr>
              <a:t>     </a:t>
            </a:r>
            <a:r>
              <a:rPr lang="ko-KR" altLang="en-US" sz="1000" b="1" dirty="0">
                <a:solidFill>
                  <a:schemeClr val="bg1">
                    <a:lumMod val="1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  <a:sym typeface="Wingdings" panose="05000000000000000000" pitchFamily="2" charset="2"/>
              </a:rPr>
              <a:t>메신저</a:t>
            </a:r>
            <a:r>
              <a:rPr lang="en-US" altLang="ko-KR" sz="1000" b="1" dirty="0">
                <a:solidFill>
                  <a:schemeClr val="bg1">
                    <a:lumMod val="1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  <a:sym typeface="Wingdings" panose="05000000000000000000" pitchFamily="2" charset="2"/>
              </a:rPr>
              <a:t>, </a:t>
            </a:r>
            <a:r>
              <a:rPr lang="ko-KR" altLang="en-US" sz="1000" b="1" dirty="0">
                <a:solidFill>
                  <a:schemeClr val="bg1">
                    <a:lumMod val="1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  <a:sym typeface="Wingdings" panose="05000000000000000000" pitchFamily="2" charset="2"/>
              </a:rPr>
              <a:t>파일 정리</a:t>
            </a:r>
            <a:r>
              <a:rPr lang="en-US" altLang="ko-KR" sz="1000" b="1" dirty="0">
                <a:solidFill>
                  <a:schemeClr val="bg1">
                    <a:lumMod val="1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  <a:sym typeface="Wingdings" panose="05000000000000000000" pitchFamily="2" charset="2"/>
              </a:rPr>
              <a:t>, </a:t>
            </a:r>
            <a:r>
              <a:rPr lang="ko-KR" altLang="en-US" sz="1000" b="1" dirty="0">
                <a:solidFill>
                  <a:schemeClr val="bg1">
                    <a:lumMod val="1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  <a:sym typeface="Wingdings" panose="05000000000000000000" pitchFamily="2" charset="2"/>
              </a:rPr>
              <a:t>작업 기록 등 통합적인 협업이 가능</a:t>
            </a:r>
            <a:endParaRPr lang="en-US" altLang="ko-KR" sz="1000" dirty="0">
              <a:solidFill>
                <a:schemeClr val="bg1">
                  <a:lumMod val="10000"/>
                </a:schemeClr>
              </a:solidFill>
              <a:latin typeface="G마켓 산스 TTF Light" panose="02000000000000000000" pitchFamily="2" charset="-127"/>
              <a:ea typeface="G마켓 산스 TTF Light" panose="02000000000000000000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pic>
        <p:nvPicPr>
          <p:cNvPr id="265" name="Google Shape;265;p36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7151" r="27146" b="9090"/>
          <a:stretch/>
        </p:blipFill>
        <p:spPr>
          <a:xfrm>
            <a:off x="5643775" y="724200"/>
            <a:ext cx="2787000" cy="3695099"/>
          </a:xfrm>
          <a:prstGeom prst="rect">
            <a:avLst/>
          </a:prstGeom>
        </p:spPr>
      </p:pic>
      <p:sp>
        <p:nvSpPr>
          <p:cNvPr id="4" name="Google Shape;290;p39">
            <a:extLst>
              <a:ext uri="{FF2B5EF4-FFF2-40B4-BE49-F238E27FC236}">
                <a16:creationId xmlns:a16="http://schemas.microsoft.com/office/drawing/2014/main" id="{33C354C2-705A-04EF-3235-D51A1B2B09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567300"/>
            <a:ext cx="414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기대효과</a:t>
            </a:r>
            <a:r>
              <a:rPr lang="ko-KR" altLang="en-US" sz="10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　</a:t>
            </a:r>
            <a:r>
              <a:rPr lang="ko-KR" altLang="en-US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및</a:t>
            </a:r>
            <a:r>
              <a:rPr lang="ko-KR" altLang="en-US" sz="10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　</a:t>
            </a:r>
            <a:r>
              <a:rPr lang="ko-KR" altLang="en-US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활용방안</a:t>
            </a:r>
            <a:endParaRPr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EA594E37-4B46-89D7-8AB1-423CF4C9D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3">
            <a:extLst>
              <a:ext uri="{FF2B5EF4-FFF2-40B4-BE49-F238E27FC236}">
                <a16:creationId xmlns:a16="http://schemas.microsoft.com/office/drawing/2014/main" id="{04D1EADA-E2CD-A955-D166-194223D21BFE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169750" y="2216323"/>
            <a:ext cx="4804500" cy="71085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>
                <a:latin typeface="G마켓 산스 TTF Bold" panose="02000000000000000000" pitchFamily="2" charset="-127"/>
                <a:ea typeface="G마켓 산스 TTF Bold" panose="02000000000000000000" pitchFamily="2" charset="-127"/>
                <a:cs typeface="맑은 고딕 Semilight" panose="020B0502040204020203" pitchFamily="50" charset="-127"/>
              </a:rPr>
              <a:t>감사합니다</a:t>
            </a:r>
            <a:endParaRPr lang="ko-KR" altLang="en-US" dirty="0">
              <a:latin typeface="G마켓 산스 TTF Bold" panose="02000000000000000000" pitchFamily="2" charset="-127"/>
              <a:ea typeface="G마켓 산스 TTF Bold" panose="02000000000000000000" pitchFamily="2" charset="-127"/>
              <a:cs typeface="맑은 고딕 Semilight" panose="020B0502040204020203" pitchFamily="50" charset="-127"/>
            </a:endParaRPr>
          </a:p>
        </p:txBody>
      </p:sp>
      <p:sp>
        <p:nvSpPr>
          <p:cNvPr id="224" name="Google Shape;224;p33">
            <a:extLst>
              <a:ext uri="{FF2B5EF4-FFF2-40B4-BE49-F238E27FC236}">
                <a16:creationId xmlns:a16="http://schemas.microsoft.com/office/drawing/2014/main" id="{C51FB5DB-F296-BEEF-D388-051BA611097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18025" y="539500"/>
            <a:ext cx="20160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LOCH</a:t>
            </a:r>
            <a:endParaRPr sz="20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25" name="Google Shape;225;p33">
            <a:extLst>
              <a:ext uri="{FF2B5EF4-FFF2-40B4-BE49-F238E27FC236}">
                <a16:creationId xmlns:a16="http://schemas.microsoft.com/office/drawing/2014/main" id="{0F7AB42D-1654-2D51-59D6-DE36799B20A0}"/>
              </a:ext>
            </a:extLst>
          </p:cNvPr>
          <p:cNvSpPr txBox="1"/>
          <p:nvPr/>
        </p:nvSpPr>
        <p:spPr>
          <a:xfrm>
            <a:off x="-1570" y="4354872"/>
            <a:ext cx="3035595" cy="498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000" dirty="0">
                <a:solidFill>
                  <a:schemeClr val="dk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Roboto"/>
                <a:sym typeface="Roboto"/>
              </a:rPr>
              <a:t>https://github.com/choyongmoo/LOCH-</a:t>
            </a:r>
            <a:endParaRPr sz="1000" dirty="0">
              <a:solidFill>
                <a:schemeClr val="dk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Roboto"/>
              <a:sym typeface="Roboto"/>
            </a:endParaRPr>
          </a:p>
        </p:txBody>
      </p:sp>
      <p:sp>
        <p:nvSpPr>
          <p:cNvPr id="226" name="Google Shape;226;p33">
            <a:extLst>
              <a:ext uri="{FF2B5EF4-FFF2-40B4-BE49-F238E27FC236}">
                <a16:creationId xmlns:a16="http://schemas.microsoft.com/office/drawing/2014/main" id="{5937F793-E83F-260C-A9AA-DE3DA80D1657}"/>
              </a:ext>
            </a:extLst>
          </p:cNvPr>
          <p:cNvSpPr/>
          <p:nvPr/>
        </p:nvSpPr>
        <p:spPr>
          <a:xfrm>
            <a:off x="1423239" y="1877733"/>
            <a:ext cx="1386715" cy="1388034"/>
          </a:xfrm>
          <a:custGeom>
            <a:avLst/>
            <a:gdLst/>
            <a:ahLst/>
            <a:cxnLst/>
            <a:rect l="l" t="t" r="r" b="b"/>
            <a:pathLst>
              <a:path w="554686" h="554659" extrusionOk="0">
                <a:moveTo>
                  <a:pt x="544331" y="201978"/>
                </a:moveTo>
                <a:cubicBezTo>
                  <a:pt x="317892" y="1652"/>
                  <a:pt x="324028" y="6896"/>
                  <a:pt x="319870" y="3211"/>
                </a:cubicBezTo>
                <a:cubicBezTo>
                  <a:pt x="317124" y="2916"/>
                  <a:pt x="300212" y="0"/>
                  <a:pt x="277344" y="0"/>
                </a:cubicBezTo>
                <a:cubicBezTo>
                  <a:pt x="124631" y="0"/>
                  <a:pt x="0" y="124632"/>
                  <a:pt x="0" y="277330"/>
                </a:cubicBezTo>
                <a:cubicBezTo>
                  <a:pt x="0" y="431012"/>
                  <a:pt x="125888" y="554660"/>
                  <a:pt x="277344" y="554660"/>
                </a:cubicBezTo>
                <a:cubicBezTo>
                  <a:pt x="430056" y="554660"/>
                  <a:pt x="554687" y="430027"/>
                  <a:pt x="554687" y="277330"/>
                </a:cubicBezTo>
                <a:cubicBezTo>
                  <a:pt x="554695" y="235457"/>
                  <a:pt x="544936" y="204995"/>
                  <a:pt x="544331" y="201978"/>
                </a:cubicBezTo>
                <a:lnTo>
                  <a:pt x="544331" y="201978"/>
                </a:lnTo>
                <a:close/>
                <a:moveTo>
                  <a:pt x="424688" y="277337"/>
                </a:moveTo>
                <a:cubicBezTo>
                  <a:pt x="424688" y="306992"/>
                  <a:pt x="415876" y="334623"/>
                  <a:pt x="400733" y="357762"/>
                </a:cubicBezTo>
                <a:lnTo>
                  <a:pt x="326099" y="208502"/>
                </a:lnTo>
                <a:lnTo>
                  <a:pt x="293595" y="273497"/>
                </a:lnTo>
                <a:lnTo>
                  <a:pt x="244840" y="175999"/>
                </a:lnTo>
                <a:lnTo>
                  <a:pt x="153954" y="357762"/>
                </a:lnTo>
                <a:cubicBezTo>
                  <a:pt x="138819" y="334623"/>
                  <a:pt x="129999" y="306992"/>
                  <a:pt x="129999" y="277337"/>
                </a:cubicBezTo>
                <a:cubicBezTo>
                  <a:pt x="129999" y="196098"/>
                  <a:pt x="196092" y="130008"/>
                  <a:pt x="277336" y="130008"/>
                </a:cubicBezTo>
                <a:cubicBezTo>
                  <a:pt x="297404" y="130008"/>
                  <a:pt x="316774" y="133972"/>
                  <a:pt x="334989" y="141806"/>
                </a:cubicBezTo>
                <a:cubicBezTo>
                  <a:pt x="353296" y="166614"/>
                  <a:pt x="376848" y="187340"/>
                  <a:pt x="403968" y="202303"/>
                </a:cubicBezTo>
                <a:cubicBezTo>
                  <a:pt x="417528" y="224923"/>
                  <a:pt x="424688" y="250777"/>
                  <a:pt x="424688" y="277337"/>
                </a:cubicBezTo>
                <a:close/>
                <a:moveTo>
                  <a:pt x="326099" y="281177"/>
                </a:moveTo>
                <a:lnTo>
                  <a:pt x="348557" y="326090"/>
                </a:lnTo>
                <a:lnTo>
                  <a:pt x="303641" y="326090"/>
                </a:lnTo>
                <a:lnTo>
                  <a:pt x="326099" y="281177"/>
                </a:lnTo>
                <a:close/>
                <a:moveTo>
                  <a:pt x="267305" y="326090"/>
                </a:moveTo>
                <a:lnTo>
                  <a:pt x="206138" y="326090"/>
                </a:lnTo>
                <a:lnTo>
                  <a:pt x="244848" y="248675"/>
                </a:lnTo>
                <a:lnTo>
                  <a:pt x="275427" y="309839"/>
                </a:lnTo>
                <a:lnTo>
                  <a:pt x="267305" y="326090"/>
                </a:lnTo>
                <a:close/>
                <a:moveTo>
                  <a:pt x="400190" y="358585"/>
                </a:moveTo>
                <a:cubicBezTo>
                  <a:pt x="373784" y="398378"/>
                  <a:pt x="328581" y="424667"/>
                  <a:pt x="277344" y="424667"/>
                </a:cubicBezTo>
                <a:cubicBezTo>
                  <a:pt x="226106" y="424667"/>
                  <a:pt x="180903" y="398378"/>
                  <a:pt x="154497" y="358585"/>
                </a:cubicBezTo>
                <a:lnTo>
                  <a:pt x="400190" y="358585"/>
                </a:lnTo>
                <a:close/>
                <a:moveTo>
                  <a:pt x="330614" y="56215"/>
                </a:moveTo>
                <a:cubicBezTo>
                  <a:pt x="372364" y="93216"/>
                  <a:pt x="445726" y="158135"/>
                  <a:pt x="487562" y="195151"/>
                </a:cubicBezTo>
                <a:cubicBezTo>
                  <a:pt x="410655" y="187239"/>
                  <a:pt x="347595" y="130279"/>
                  <a:pt x="330614" y="56215"/>
                </a:cubicBezTo>
                <a:close/>
                <a:moveTo>
                  <a:pt x="277351" y="522173"/>
                </a:moveTo>
                <a:cubicBezTo>
                  <a:pt x="144629" y="522173"/>
                  <a:pt x="32504" y="413761"/>
                  <a:pt x="32504" y="277337"/>
                </a:cubicBezTo>
                <a:cubicBezTo>
                  <a:pt x="32504" y="142334"/>
                  <a:pt x="142341" y="32502"/>
                  <a:pt x="277351" y="32502"/>
                </a:cubicBezTo>
                <a:cubicBezTo>
                  <a:pt x="282999" y="32502"/>
                  <a:pt x="288646" y="32719"/>
                  <a:pt x="294286" y="33107"/>
                </a:cubicBezTo>
                <a:cubicBezTo>
                  <a:pt x="296179" y="56937"/>
                  <a:pt x="302043" y="79688"/>
                  <a:pt x="311228" y="100694"/>
                </a:cubicBezTo>
                <a:cubicBezTo>
                  <a:pt x="300158" y="98576"/>
                  <a:pt x="288848" y="97506"/>
                  <a:pt x="277351" y="97506"/>
                </a:cubicBezTo>
                <a:cubicBezTo>
                  <a:pt x="178529" y="97506"/>
                  <a:pt x="97511" y="178536"/>
                  <a:pt x="97511" y="277337"/>
                </a:cubicBezTo>
                <a:cubicBezTo>
                  <a:pt x="97511" y="376162"/>
                  <a:pt x="178545" y="457169"/>
                  <a:pt x="277351" y="457169"/>
                </a:cubicBezTo>
                <a:cubicBezTo>
                  <a:pt x="376181" y="457169"/>
                  <a:pt x="457192" y="376139"/>
                  <a:pt x="457192" y="277337"/>
                </a:cubicBezTo>
                <a:cubicBezTo>
                  <a:pt x="457192" y="257852"/>
                  <a:pt x="454026" y="238668"/>
                  <a:pt x="447929" y="220463"/>
                </a:cubicBezTo>
                <a:cubicBezTo>
                  <a:pt x="470185" y="226831"/>
                  <a:pt x="493357" y="229531"/>
                  <a:pt x="517242" y="228266"/>
                </a:cubicBezTo>
                <a:cubicBezTo>
                  <a:pt x="520523" y="244339"/>
                  <a:pt x="522199" y="260784"/>
                  <a:pt x="522199" y="277337"/>
                </a:cubicBezTo>
                <a:cubicBezTo>
                  <a:pt x="522191" y="412341"/>
                  <a:pt x="412354" y="522173"/>
                  <a:pt x="277351" y="52217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94635916"/>
      </p:ext>
    </p:extLst>
  </p:cSld>
  <p:clrMapOvr>
    <a:masterClrMapping/>
  </p:clrMapOvr>
</p:sld>
</file>

<file path=ppt/theme/theme1.xml><?xml version="1.0" encoding="utf-8"?>
<a:theme xmlns:a="http://schemas.openxmlformats.org/drawingml/2006/main" name="Brand Key Pitch Deck by Slidesgo">
  <a:themeElements>
    <a:clrScheme name="Simple Light">
      <a:dk1>
        <a:srgbClr val="424651"/>
      </a:dk1>
      <a:lt1>
        <a:srgbClr val="EAEFF4"/>
      </a:lt1>
      <a:dk2>
        <a:srgbClr val="A3ABB7"/>
      </a:dk2>
      <a:lt2>
        <a:srgbClr val="518CDE"/>
      </a:lt2>
      <a:accent1>
        <a:srgbClr val="595BD1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42465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569</TotalTime>
  <Words>611</Words>
  <Application>Microsoft Office PowerPoint</Application>
  <PresentationFormat>화면 슬라이드 쇼(16:9)</PresentationFormat>
  <Paragraphs>153</Paragraphs>
  <Slides>13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6" baseType="lpstr">
      <vt:lpstr>Raleway</vt:lpstr>
      <vt:lpstr>G마켓 산스 TTF Medium</vt:lpstr>
      <vt:lpstr>Wingdings</vt:lpstr>
      <vt:lpstr>Nunito Light</vt:lpstr>
      <vt:lpstr>Calibri</vt:lpstr>
      <vt:lpstr>PT Sans</vt:lpstr>
      <vt:lpstr>Roboto Light</vt:lpstr>
      <vt:lpstr>Manrope</vt:lpstr>
      <vt:lpstr>G마켓 산스 TTF Bold</vt:lpstr>
      <vt:lpstr>Roboto</vt:lpstr>
      <vt:lpstr>G마켓 산스 TTF Light</vt:lpstr>
      <vt:lpstr>Arial</vt:lpstr>
      <vt:lpstr>Brand Key Pitch Deck by Slidesgo</vt:lpstr>
      <vt:lpstr>온라인 협업 플랫폼</vt:lpstr>
      <vt:lpstr>Table of contents</vt:lpstr>
      <vt:lpstr>팀 구성</vt:lpstr>
      <vt:lpstr>프로젝트 개요</vt:lpstr>
      <vt:lpstr>기능 구성</vt:lpstr>
      <vt:lpstr>개발 환경 및 도구</vt:lpstr>
      <vt:lpstr>개발 환경 및 도구</vt:lpstr>
      <vt:lpstr>개발 환경 및 도구</vt:lpstr>
      <vt:lpstr>결과물 예시 화면</vt:lpstr>
      <vt:lpstr>결과물 예시 화면</vt:lpstr>
      <vt:lpstr>결과물 예시 화면</vt:lpstr>
      <vt:lpstr>기대효과　및　활용방안</vt:lpstr>
      <vt:lpstr>감사합니다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cho</dc:creator>
  <cp:lastModifiedBy>조용무</cp:lastModifiedBy>
  <cp:revision>13</cp:revision>
  <dcterms:modified xsi:type="dcterms:W3CDTF">2025-06-20T11:14:55Z</dcterms:modified>
</cp:coreProperties>
</file>